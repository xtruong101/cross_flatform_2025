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44"/>
  </p:notesMasterIdLst>
  <p:sldIdLst>
    <p:sldId id="312" r:id="rId5"/>
    <p:sldId id="334" r:id="rId6"/>
    <p:sldId id="339" r:id="rId7"/>
    <p:sldId id="346" r:id="rId8"/>
    <p:sldId id="341" r:id="rId9"/>
    <p:sldId id="367" r:id="rId10"/>
    <p:sldId id="372" r:id="rId11"/>
    <p:sldId id="343" r:id="rId12"/>
    <p:sldId id="355" r:id="rId13"/>
    <p:sldId id="347" r:id="rId14"/>
    <p:sldId id="356" r:id="rId15"/>
    <p:sldId id="358" r:id="rId16"/>
    <p:sldId id="359" r:id="rId17"/>
    <p:sldId id="360" r:id="rId18"/>
    <p:sldId id="368" r:id="rId19"/>
    <p:sldId id="361" r:id="rId20"/>
    <p:sldId id="363" r:id="rId21"/>
    <p:sldId id="364" r:id="rId22"/>
    <p:sldId id="369" r:id="rId23"/>
    <p:sldId id="365" r:id="rId24"/>
    <p:sldId id="379" r:id="rId25"/>
    <p:sldId id="380" r:id="rId26"/>
    <p:sldId id="381" r:id="rId27"/>
    <p:sldId id="382" r:id="rId28"/>
    <p:sldId id="383" r:id="rId29"/>
    <p:sldId id="370" r:id="rId30"/>
    <p:sldId id="384" r:id="rId31"/>
    <p:sldId id="378" r:id="rId32"/>
    <p:sldId id="385" r:id="rId33"/>
    <p:sldId id="373" r:id="rId34"/>
    <p:sldId id="374" r:id="rId35"/>
    <p:sldId id="386" r:id="rId36"/>
    <p:sldId id="375" r:id="rId37"/>
    <p:sldId id="387" r:id="rId38"/>
    <p:sldId id="371" r:id="rId39"/>
    <p:sldId id="376" r:id="rId40"/>
    <p:sldId id="389" r:id="rId41"/>
    <p:sldId id="377" r:id="rId42"/>
    <p:sldId id="390" r:id="rId43"/>
  </p:sldIdLst>
  <p:sldSz cx="9144000" cy="5143500" type="screen16x9"/>
  <p:notesSz cx="6858000" cy="9144000"/>
  <p:embeddedFontLst>
    <p:embeddedFont>
      <p:font typeface="Albert Sans" panose="020B0604020202020204" charset="0"/>
      <p:regular r:id="rId45"/>
      <p:bold r:id="rId46"/>
      <p:italic r:id="rId47"/>
      <p:boldItalic r:id="rId48"/>
    </p:embeddedFont>
    <p:embeddedFont>
      <p:font typeface="Cambria" panose="02040503050406030204" pitchFamily="18" charset="0"/>
      <p:regular r:id="rId49"/>
      <p:bold r:id="rId50"/>
      <p:italic r:id="rId51"/>
      <p:boldItalic r:id="rId52"/>
    </p:embeddedFont>
    <p:embeddedFont>
      <p:font typeface="DM Sans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A0A50E-D806-47F9-8622-6DD71D228117}">
  <a:tblStyle styleId="{5EA0A50E-D806-47F9-8622-6DD71D228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5872E5-C1AD-4070-BBC1-F28DE486AA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9248" autoAdjust="0"/>
  </p:normalViewPr>
  <p:slideViewPr>
    <p:cSldViewPr snapToGrid="0">
      <p:cViewPr>
        <p:scale>
          <a:sx n="100" d="100"/>
          <a:sy n="100" d="100"/>
        </p:scale>
        <p:origin x="946" y="3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2D75284-4872-09BD-0C34-9CBAC7EE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59FAC60-474F-BCB9-56D2-7FBA3993D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614FD04-5E25-15E3-2E21-74BDEE1BF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3703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253851F-390E-E7E4-D429-ACF773D5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C1871C7-0DA1-7DEB-129E-6FE0D2B8A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A41B40B-EB07-38CE-15AF-EA977F9B8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682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F54D249-78A6-FD10-ABAD-419BEE1A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4CF864A-96DA-DE84-3CB7-5E810D3D7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C80CC72-6749-5CA5-75FB-EFF1708CF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3021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8B530FD-748A-CE71-C65C-D1E25294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971B3B-1E00-86E1-1696-681A48567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63E5268-F26D-6587-3D51-C5ECA4110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3572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1923616-AA71-F027-ADB3-3FE94157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06F5AF0-2FFD-80B4-FC2E-B1A8583DB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55C41F2-F92E-87E6-2545-2DD32720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40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D20851F-4586-EF03-CF4E-C7EE28FF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AB9E7CA-9CAA-1123-8D2D-0E18DE1A7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3C18DCB-CB21-1B95-EA3A-61E1D7F5F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873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CD7AF53-9278-C2C2-C958-7758EE30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8788E9D1-61B9-FB0D-270F-4FFFBB22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70376CA-F29C-13D5-9FA7-5E3C153A9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565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A7F6D3A5-D6EA-8761-61EA-4755784BF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0B4B143-097E-67BB-20B1-81EFE1970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B847DB2-F632-9E2A-9633-B3D2B6415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2478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F91EF5B-D167-375B-5D39-55E6CB71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4634783-C3EC-0752-AFDA-BA7DE6084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9777FD8-9781-63B8-E5F6-546D31B07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3873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7233049-E4AE-896A-C735-DD02D303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7D3FEE7-0F5F-0AD9-5DC3-152C5E964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3C6B4F3-E6DA-80DB-530D-FD97F5228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816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487D7AF-596F-EE1E-FA29-839E0F4B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1D38A20-03FB-79CD-A0D8-20754BD8A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B13D6BB-ECB6-8BC1-F60E-E7CA94BFD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290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EC42FD4-72FE-72B3-12ED-C3DD6A65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EAD27C7-5893-1DF7-1514-E2343D20E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2AD0341-76B2-FC96-056E-596E0EABA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6164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23C5006-2916-A3EA-358F-532DC33E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DA6BD1E-A64B-B45C-0131-24604B60D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2856032-224B-C4D8-5220-B1C00FD06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4071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5F43E69-74A7-8869-283B-95755B9B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324F539-608F-7551-BB2E-9A30E1FE5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DF89FB6-1C24-3545-696F-F2A8805CA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5508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49D62B0-1668-6664-2E53-A0CD50CF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50B2D12-99E7-03DD-5E0B-FFB5E8052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0219619-CD3F-7ED0-4BA3-024CD79CA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9737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D5367C6-0E8F-4316-462C-958523D5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08EB4F7-2AFA-922B-B2EA-59203C788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CDD68EF-2AA2-6AED-90E1-243F90878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0941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A1F49D8-1E4C-EB27-0785-33FE3B29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242D7C7-CA3C-CAF2-BBCA-E1C2D0086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BC315A7-CE5A-D7FF-C1D7-2B8D6BA67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7687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9AA23CD-3F8A-BE25-E446-3D0AD221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6A6B02D-B796-6C81-0FB7-0DD50C050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FBFCEF9-2D73-02E6-62D4-D7C9FD6B6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301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BAC7F19-F79A-C6BE-282B-C0CD664D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50B985E-CA73-E0C1-1E46-CC515A053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F560CB6-94FD-2400-744A-803FF83C4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4181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4CCAE65-7F32-EE76-B574-7737817F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C685E51-A226-67B7-B509-29AE41016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85F3848-0563-5216-4C1C-2AB3B7C4C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2050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9634342-BFAC-D5B4-E4C6-2FBEB52D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DC75A1-A878-269D-34D1-682B48980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F0BC73A-D973-9854-66A5-56CC1CE79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1830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5E6426-B2E4-B598-EC6D-13C582B7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2F52443-450D-9B70-1D60-CB9C361A0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8AB152A-C556-11C1-FED7-01E262D56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56889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A85EC1-92BE-7CFD-6AF0-51A34C0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AF1F378-5500-78F3-CFD2-32F4CABDA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ECACEDA-7DF3-E4BC-E7A3-3224AFF31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705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8141504-829F-EE44-76F6-BC3CC4F3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00CB3BD-21C4-25C1-65AF-94A2A7D14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803D3E2-B8B3-0F8F-37F1-B20673BEC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0299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C4F8B91-5BD8-B0CA-BBB2-245527A56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A1B0A22-043B-A080-A137-522032C4F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8F80FC1-25FF-93C2-D023-53B02A5F1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5311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3D9B370-38AB-49A3-BACC-57D29DE4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9BFB0DE-C9C2-7A3B-090D-691E9BBE4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1BBF92B-79F7-7F20-DFD5-7577C2186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5778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B53CB96-F1FD-457F-B78A-8058DCB3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9F48A92-7F26-CDF1-05FC-338F070D1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2BAB8F8-5FAE-9C4C-6F69-39198A0CA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5351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CB2ADD1-DE6E-ED66-2D66-57ADBA6A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7D73B00-362F-00E5-B8D3-79AB16D3B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9928C3B-B41C-2DAE-BC14-E1C499814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8291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0AB5FE3-27DF-B6F4-15BC-A5AE1C05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A46ECEE0-5FA0-D917-A226-A300D3293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9C94247-62EF-6AF7-7E73-513840195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76613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DE1F727-9409-539C-5C74-1FB8C73F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401CDBF-BC8D-C0ED-EFB3-7484061DB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4E67631-4D2C-F401-666E-6B9C8E4CC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988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BC6F907-7965-1FCE-540F-4A43BABA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C575C6-7E03-396E-4B8E-E30285D98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0CB059E-F90A-5B21-66B4-B75EB6449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15356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4AE1D50-FEA7-D1A0-E49B-DA444440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2702D46-5558-59F3-E083-0B0E009C4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F25B0C9-BFA3-C0F2-D205-DCE5AAD50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54460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A6AD27B5-08C6-4D61-405B-26C39A8D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79DC573-662F-9FB6-EF8F-8862E1898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139258D-1270-356A-A20A-29330BD66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11224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324999C-5A4E-4454-9D20-209C2C72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C692357-F755-91CD-789A-1506D5A19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03125A4-25D7-A194-9C00-6018F8C65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56527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93A2D89-32E2-C7FF-0B66-CEE5F82C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1D3530A-FDD6-58EB-0DBC-A6EAAC425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2308816-85AD-DFB8-84DA-436A0551A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1543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B6A9CBF-15E0-B447-F9E4-8DE63138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A766B2F-A1AC-E5F0-3488-3B93F117E8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EC0B2A4-1129-75EF-4361-9BD9FEF01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4532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B7C34F2-A810-2AF1-AB6C-96A5A0EB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751207A-0693-47BC-8A35-17D62651A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C6BC5FC-E53D-EB07-95D4-4177EA132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91715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69A2692-D352-8D1B-3232-E91CFEA8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87694338-DE1E-CF7E-50D1-B5077920D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642BC75-8822-2C4D-E455-1080A5C02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56747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F931383-D12A-F021-1728-32465847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CEB857A-B09C-9CFB-3C75-2A8F879F9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61073A7-8447-C970-809F-31D9DB410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743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9" r:id="rId2"/>
    <p:sldLayoutId id="2147483677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DD1CF1-43C9-F5F5-CBA8-8FEC3593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F762E-ECD9-D0C7-3028-2575F52ABF68}"/>
              </a:ext>
            </a:extLst>
          </p:cNvPr>
          <p:cNvSpPr txBox="1"/>
          <p:nvPr/>
        </p:nvSpPr>
        <p:spPr>
          <a:xfrm>
            <a:off x="2090311" y="3034067"/>
            <a:ext cx="66944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+mj-lt"/>
              </a:rPr>
              <a:t>GVHD:	TS. Nguyễn Duy Nhật </a:t>
            </a:r>
            <a:r>
              <a:rPr lang="en-US" sz="2000" b="1" dirty="0" err="1">
                <a:latin typeface="+mj-lt"/>
              </a:rPr>
              <a:t>Viễn</a:t>
            </a:r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SVTH:	Trần Đại Tín – 22KTMT2 – 106220272</a:t>
            </a:r>
          </a:p>
          <a:p>
            <a:r>
              <a:rPr lang="en-US" sz="2000" b="1" dirty="0">
                <a:latin typeface="+mj-lt"/>
              </a:rPr>
              <a:t>	Nguyễn Xuân Trường – 22KTMT2 - 106220275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D26FC4-9D00-F995-6DDC-AFCCDB3AB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4000" cy="125730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6B3D812-303A-5830-1A92-D25C989B557D}"/>
              </a:ext>
            </a:extLst>
          </p:cNvPr>
          <p:cNvSpPr txBox="1">
            <a:spLocks/>
          </p:cNvSpPr>
          <p:nvPr/>
        </p:nvSpPr>
        <p:spPr>
          <a:xfrm>
            <a:off x="584450" y="1235354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Học </a:t>
            </a:r>
            <a:r>
              <a:rPr lang="en-US" sz="3200" b="1" dirty="0" err="1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b="1" dirty="0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dirty="0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đa</a:t>
            </a:r>
            <a:r>
              <a:rPr lang="en-US" sz="3200" b="1" dirty="0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nền</a:t>
            </a:r>
            <a:r>
              <a:rPr lang="en-US" sz="3200" b="1" dirty="0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tảng</a:t>
            </a:r>
            <a:endParaRPr lang="vi-VN" sz="3200" b="1" dirty="0">
              <a:solidFill>
                <a:srgbClr val="CD1D1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869ED-74B9-F172-0824-979E695F56BF}"/>
              </a:ext>
            </a:extLst>
          </p:cNvPr>
          <p:cNvSpPr txBox="1">
            <a:spLocks/>
          </p:cNvSpPr>
          <p:nvPr/>
        </p:nvSpPr>
        <p:spPr>
          <a:xfrm>
            <a:off x="114501" y="1914234"/>
            <a:ext cx="8914998" cy="86594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100" b="1" dirty="0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100" b="1" dirty="0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100" b="1" dirty="0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100" b="1" dirty="0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Buttons </a:t>
            </a:r>
            <a:r>
              <a:rPr lang="en-US" sz="4100" b="1" dirty="0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100" b="1" dirty="0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Input Widgets</a:t>
            </a:r>
            <a:endParaRPr lang="vi-VN" sz="4100" b="1" dirty="0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50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426AD63-8D48-39E5-270F-2AEB96F7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TextBox 4221">
            <a:extLst>
              <a:ext uri="{FF2B5EF4-FFF2-40B4-BE49-F238E27FC236}">
                <a16:creationId xmlns:a16="http://schemas.microsoft.com/office/drawing/2014/main" id="{DDA79E7B-5217-EA1E-6490-769DF648276E}"/>
              </a:ext>
            </a:extLst>
          </p:cNvPr>
          <p:cNvSpPr txBox="1"/>
          <p:nvPr/>
        </p:nvSpPr>
        <p:spPr>
          <a:xfrm>
            <a:off x="795493" y="1614172"/>
            <a:ext cx="5559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Flutter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framework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mã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nguồn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mở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Google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giúp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phát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triển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ứng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nền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tảng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codebase,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sử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ngôn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ngữ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Dart.</a:t>
            </a:r>
          </a:p>
          <a:p>
            <a:pPr algn="just"/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Ưu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điểm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nổi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bật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Tx/>
              <a:buChar char="-"/>
            </a:pP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nền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tảng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toàn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</a:t>
            </a:r>
            <a:r>
              <a:rPr lang="en-US" sz="1800" dirty="0" err="1">
                <a:cs typeface="Times New Roman" panose="02020603050405020304" pitchFamily="18" charset="0"/>
              </a:rPr>
              <a:t>hạy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trên</a:t>
            </a:r>
            <a:r>
              <a:rPr lang="en-US" sz="1800" dirty="0">
                <a:cs typeface="Times New Roman" panose="02020603050405020304" pitchFamily="18" charset="0"/>
              </a:rPr>
              <a:t> Android, iOS, Web, Desktop.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Hot Reload: </a:t>
            </a:r>
            <a:r>
              <a:rPr lang="vi-VN" sz="1800" dirty="0">
                <a:cs typeface="Times New Roman" panose="02020603050405020304" pitchFamily="18" charset="0"/>
              </a:rPr>
              <a:t>Xem </a:t>
            </a:r>
            <a:r>
              <a:rPr lang="en-US" sz="1800" dirty="0" err="1">
                <a:cs typeface="Times New Roman" panose="02020603050405020304" pitchFamily="18" charset="0"/>
              </a:rPr>
              <a:t>cập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nhật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thay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đổi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vi-VN" sz="1800" dirty="0">
                <a:cs typeface="Times New Roman" panose="02020603050405020304" pitchFamily="18" charset="0"/>
              </a:rPr>
              <a:t>tức thì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Widget-based: </a:t>
            </a:r>
            <a:r>
              <a:rPr lang="vi-VN" sz="1800" dirty="0">
                <a:cs typeface="Times New Roman" panose="02020603050405020304" pitchFamily="18" charset="0"/>
              </a:rPr>
              <a:t>Giao diện tùy biến cao</a:t>
            </a:r>
            <a:r>
              <a:rPr lang="en-US" sz="1800" dirty="0"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cs typeface="Times New Roman" panose="02020603050405020304" pitchFamily="18" charset="0"/>
              </a:rPr>
              <a:t>linh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hoạt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lvl="1" algn="just"/>
            <a:r>
              <a:rPr lang="en-US" sz="1800" dirty="0">
                <a:latin typeface="+mj-lt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4232" name="Picture 4231">
            <a:extLst>
              <a:ext uri="{FF2B5EF4-FFF2-40B4-BE49-F238E27FC236}">
                <a16:creationId xmlns:a16="http://schemas.microsoft.com/office/drawing/2014/main" id="{381D18DA-5BEE-5B19-EAA9-00323609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  <p:pic>
        <p:nvPicPr>
          <p:cNvPr id="4234" name="Picture 4233">
            <a:extLst>
              <a:ext uri="{FF2B5EF4-FFF2-40B4-BE49-F238E27FC236}">
                <a16:creationId xmlns:a16="http://schemas.microsoft.com/office/drawing/2014/main" id="{F2D4DDD5-6D08-51DE-2BEB-8A2B9A6E6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975"/>
            <a:ext cx="3807823" cy="98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4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42F1F29D-3C5E-0ABF-64C9-FE04FD71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9522BE-1974-ABFC-07DF-DDE2255395B5}"/>
              </a:ext>
            </a:extLst>
          </p:cNvPr>
          <p:cNvSpPr txBox="1"/>
          <p:nvPr/>
        </p:nvSpPr>
        <p:spPr>
          <a:xfrm>
            <a:off x="708270" y="1216556"/>
            <a:ext cx="49046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2000" b="1" dirty="0"/>
              <a:t>Widget</a:t>
            </a:r>
            <a:r>
              <a:rPr lang="en-US" sz="2000" b="1" dirty="0"/>
              <a:t>s</a:t>
            </a:r>
            <a:r>
              <a:rPr lang="vi-VN" sz="2000" dirty="0"/>
              <a:t> là những thành phần xây dựng nên giao diện người dùng của ứng dụng</a:t>
            </a:r>
            <a:r>
              <a:rPr lang="en-US" sz="2000" dirty="0"/>
              <a:t> </a:t>
            </a:r>
            <a:r>
              <a:rPr lang="vi-VN" sz="2000" dirty="0"/>
              <a:t>Flutter</a:t>
            </a:r>
            <a:r>
              <a:rPr lang="en-US" sz="20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err="1"/>
              <a:t>Mọi</a:t>
            </a:r>
            <a:r>
              <a:rPr lang="en-US" sz="2000" dirty="0"/>
              <a:t> </a:t>
            </a:r>
            <a:r>
              <a:rPr lang="en-US" sz="2000" dirty="0" err="1"/>
              <a:t>thứ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Flutter </a:t>
            </a:r>
            <a:r>
              <a:rPr lang="en-US" sz="2000" dirty="0" err="1"/>
              <a:t>đều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Widget.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2000" dirty="0"/>
              <a:t>Widgets được dùng để mô tả tất cả các khía cạnh của giao diện</a:t>
            </a:r>
            <a:r>
              <a:rPr lang="en-US" sz="2000" dirty="0"/>
              <a:t>, c</a:t>
            </a:r>
            <a:r>
              <a:rPr lang="vi-VN" sz="2000" dirty="0"/>
              <a:t>ác thành phần cơ bản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vi-VN" sz="2000" dirty="0"/>
              <a:t>nút, văn bản, hình ảnh, bố cục...</a:t>
            </a:r>
            <a:endParaRPr lang="en-US" sz="2000" dirty="0"/>
          </a:p>
          <a:p>
            <a:pPr algn="just"/>
            <a:r>
              <a:rPr lang="en-US" sz="20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6D7BB-F92F-177A-BC33-51692E81EA62}"/>
              </a:ext>
            </a:extLst>
          </p:cNvPr>
          <p:cNvSpPr/>
          <p:nvPr/>
        </p:nvSpPr>
        <p:spPr>
          <a:xfrm>
            <a:off x="609836" y="12783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Widget </a:t>
            </a:r>
            <a:r>
              <a:rPr lang="en-US" sz="2800" b="1" dirty="0" err="1">
                <a:solidFill>
                  <a:schemeClr val="tx1"/>
                </a:solidFill>
              </a:rPr>
              <a:t>trong</a:t>
            </a:r>
            <a:r>
              <a:rPr lang="en-US" sz="2800" b="1" dirty="0">
                <a:solidFill>
                  <a:schemeClr val="tx1"/>
                </a:solidFill>
              </a:rPr>
              <a:t> Flutter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DCA9C-9B4D-EE70-D673-35D31171B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39EE45-6FB4-5147-2C1A-E478E46B2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B4C5505-ABF6-FA1D-FA4A-1468A285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BA9FA-98F8-DA27-A3FA-95D014A4B07F}"/>
              </a:ext>
            </a:extLst>
          </p:cNvPr>
          <p:cNvSpPr txBox="1"/>
          <p:nvPr/>
        </p:nvSpPr>
        <p:spPr>
          <a:xfrm>
            <a:off x="734165" y="1020611"/>
            <a:ext cx="54902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 err="1"/>
              <a:t>Một</a:t>
            </a:r>
            <a:r>
              <a:rPr lang="en-US" sz="1800" dirty="0"/>
              <a:t> widget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stateful (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) </a:t>
            </a:r>
            <a:r>
              <a:rPr lang="en-US" sz="1800" dirty="0" err="1"/>
              <a:t>hoặc</a:t>
            </a:r>
            <a:r>
              <a:rPr lang="en-US" sz="1800" dirty="0"/>
              <a:t> stateless (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/>
              <a:t>Stateless widgets </a:t>
            </a:r>
            <a:r>
              <a:rPr lang="en-US" sz="1800" dirty="0" err="1"/>
              <a:t>không</a:t>
            </a:r>
            <a:r>
              <a:rPr lang="en-US" sz="1800" dirty="0"/>
              <a:t> bao </a:t>
            </a:r>
            <a:r>
              <a:rPr lang="en-US" sz="1800" dirty="0" err="1"/>
              <a:t>giờ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Icon, Text). Các stateless widgets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thừa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lớp</a:t>
            </a:r>
            <a:r>
              <a:rPr lang="en-US" sz="1800" dirty="0"/>
              <a:t> </a:t>
            </a:r>
            <a:r>
              <a:rPr lang="en-US" sz="1800" b="1" dirty="0" err="1"/>
              <a:t>StatelessWidget</a:t>
            </a:r>
            <a:r>
              <a:rPr lang="en-US" sz="1800" dirty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/>
              <a:t>Stateful widgets </a:t>
            </a:r>
            <a:r>
              <a:rPr lang="vi-VN" sz="1800" dirty="0"/>
              <a:t>có thể thay đổi để phản hồi các sự kiện do người dùng kích hoạt hoặc khi nhận dữ liệu mới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 </a:t>
            </a:r>
            <a:r>
              <a:rPr lang="vi-VN" sz="1800" dirty="0"/>
              <a:t>Checkbox, Slider, Form và TextField</a:t>
            </a:r>
            <a:r>
              <a:rPr lang="en-US" sz="1800" dirty="0"/>
              <a:t>)</a:t>
            </a:r>
            <a:r>
              <a:rPr lang="vi-VN" sz="1800" dirty="0"/>
              <a:t>. Các stateful widget</a:t>
            </a:r>
            <a:r>
              <a:rPr lang="en-US" sz="1800" dirty="0"/>
              <a:t>s</a:t>
            </a:r>
            <a:r>
              <a:rPr lang="vi-VN" sz="1800" dirty="0"/>
              <a:t> kế thừa từ lớp </a:t>
            </a:r>
            <a:r>
              <a:rPr lang="vi-VN" sz="1800" b="1" dirty="0"/>
              <a:t>StatefulWidget</a:t>
            </a:r>
            <a:r>
              <a:rPr lang="vi-VN" sz="1800" dirty="0"/>
              <a:t>.</a:t>
            </a:r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2AC0FD-DD65-A6A4-79B3-EB8903285F17}"/>
              </a:ext>
            </a:extLst>
          </p:cNvPr>
          <p:cNvSpPr/>
          <p:nvPr/>
        </p:nvSpPr>
        <p:spPr>
          <a:xfrm>
            <a:off x="609836" y="12783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Widget </a:t>
            </a:r>
            <a:r>
              <a:rPr lang="en-US" sz="2800" b="1" dirty="0" err="1">
                <a:solidFill>
                  <a:schemeClr val="tx1"/>
                </a:solidFill>
              </a:rPr>
              <a:t>trong</a:t>
            </a:r>
            <a:r>
              <a:rPr lang="en-US" sz="2800" b="1" dirty="0">
                <a:solidFill>
                  <a:schemeClr val="tx1"/>
                </a:solidFill>
              </a:rPr>
              <a:t> Flutter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D7ACB-0066-6A8D-59F1-20EE9478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344DA2-C52C-2920-5B68-AA7631744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4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BA7BF79-2DD7-E1BC-964B-D07EDD00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BD57E4-89B4-07A7-2031-FD6FEC3FD4BD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Input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F161B6BF-CFE3-CED3-A4D6-EA9831E69376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A692EDC2-ED3E-9418-31B9-95E12C2E2006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11CA7C7C-40BF-424C-6B98-0B702B22D38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77FFE6C6-A834-210C-031B-20A81008902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E1B5D678-FBE3-2439-3140-FEF232854AE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07D563B4-F801-8BEF-B5A8-733BCB9FBC7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98B4C24B-8FFA-6E7A-559D-4DE503B7CE27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A728B054-27E5-AB46-1856-9D8F6DD9C5AF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3A4EF796-832E-879E-F534-45D84675AAF7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3BA2C564-3AD7-38DC-3072-7483CFF40E7F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7E5BA45B-DE0B-E397-7D33-5BC4E3825C39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9C155678-CBA3-9CCF-B2FF-52B400E29DC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361130FC-341E-60F3-B053-5ABC5FF31E3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0A3AA569-D355-C728-CD8A-B245807A28F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66B8FE7D-6E53-7227-33F8-BA3894A937C8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C4C00C8E-D9A6-785B-6973-D8D0FB301EF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E7974010-53AC-A893-2CAA-93A5966644D0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E4061F32-E4F2-A510-5FE2-4C6F50E816F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92A42B81-3C94-6F68-EB7E-DFA208EDB9E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72604F1C-0E54-2EC2-F708-56686942C8F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7C44B49F-ED19-D0F2-A6D7-5F2B8C7D5C9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B9DA0CCF-6787-7DDD-6347-5CE64FBD624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5EEA4F49-9DD7-B5AB-BFC1-AE787D19E26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71233DED-76F6-0701-CC65-DCB31317CE6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2B03B67F-46D3-3871-C4DA-CF48B1ABDAD3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6252176A-58B4-C9B4-36CC-753B0EC05AD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8D32B84B-BF6C-C6B2-02D3-94EF152CF45C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C0B0CEB6-305C-CEC6-372A-A8A2F89587FC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F0B0F458-1A98-46B7-77F0-134B66DF5AE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39CE6FA3-EFED-E439-33D2-908F966743C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5E131FB9-C2A4-BFA8-0835-1A49D275F03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C8CA7767-A000-A9EE-148E-C774A37AE43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4EEF8449-D4CB-DB2D-A099-6D70139CD006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B7D3C551-2CE2-E4ED-2EC9-D0CC7806AB2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589B9B04-F2C2-7087-9475-841A796DC2B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023FD638-8B72-E5A5-8F5B-C19267472C7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A252DC85-1368-DA79-45BD-0ED42F2B8E74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4987F7EC-8A88-4D90-6BE2-BB04ED89F7FE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F9901165-BD0F-F836-0446-B82DBF7A420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3A96EFAC-D19B-FAD4-20A1-594D1EB6EC1B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16EE9993-4EEB-393F-BDBB-F8E8315BBC95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4B416E6A-01F8-D2EC-6169-FB9AB6A6CBA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F5C43604-4D95-247F-C695-3FB5F5E1E7FE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E30FACF6-FDAF-9602-A7EA-F6B629867AA1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E4AEAFED-FEB3-2BF0-1F1C-EF10F82E9D6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A1C48DB9-DAC4-123A-4BF8-D35409A88318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6EEE62E2-DBD1-09C9-3772-04A01B991EAE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CCEADAEF-2153-12AF-23BC-9E17B8425B4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02CB4371-DE29-BE4E-605A-7CC29CE1094B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090FBE9D-05D5-A6CF-09D3-9F9469E4DB8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408CD5EE-1481-6181-BAFE-EB9568A1FC69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1DE9C49C-9EC9-3FB2-B0FE-2A124034E1AE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21D5ECDA-76E4-8CA9-E055-BCA9913085D1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F551711E-8DD3-EF1C-FCD5-86067DE65B40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0F87C2AF-8ADA-0D9C-0EDD-6A093E97B83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A9C22C76-B8E0-E2E8-9C4F-DBBD72FA6D4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C69AF055-94BE-9ACC-BC9C-0907B63A40B8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D3908201-B740-4318-758F-D1BFDC5AA211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6A2152F2-168F-600B-ACF3-7956CCF62DB3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2E8A0D17-F2F2-3275-741C-7E7D8C2C6970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FF0BA5F0-F317-BDE3-8413-7BE126BDC776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89482F9C-55FF-47ED-B810-B66A0E4F6D20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D3346737-B9D8-12BF-C83E-0C3BAEBF0AF6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2D524389-F3B0-D1D3-9E92-7F90923D3B3C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93DA638C-2E1C-AF92-F477-82BE1A6D8FBC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585090ED-66C6-65A5-D0E4-9C39CA0F3741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FFF0F26-8FB7-CF2C-483F-69F73F1480B9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D27A9627-3FA0-C2C4-8475-130545ED750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A2ADA8A2-0F8A-31A1-2D2B-E7EE0BA8744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247464AA-874B-62E8-1C3C-A26682B824BB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23D55245-3B8A-952A-A790-8A001E451702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34C4094-9D84-FE77-FE2D-828B67919EE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39D80DEE-6F3B-CCE7-50F8-394A4783BE37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1812DFCB-1A5C-E09E-1457-FF77A040D4FE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C2AB9AC8-B6E5-EB07-47DF-428E7F59ED4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BE107E74-5FEC-31B5-DFC5-82240EEBFC1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15DAC4C1-019C-3B7E-20A1-34E6FCAACB5B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6A56BFD2-AAF4-2EE9-E018-D89AE06243A6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875983B4-112C-2EF5-078B-53189749DA03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9136997D-F2C3-4738-E33C-5C464FE91AE4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2F6CF44F-5826-04EA-3B17-2B44FEDEF3F5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BBFA5757-E150-EE51-197C-0A344098ECCB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BFE20623-F905-7445-3D44-989187917B5F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EBD6E912-D94E-59A5-B80C-58107B586A40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52C66041-32A9-39D8-10CB-6509CB48A2A1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74AA98EA-04B5-233E-7AFB-EB8A0FD7F12D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96B9370A-024D-73F7-09B6-A1E0DEC60356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1FCB1299-555A-F067-0272-AD622E7DD7E4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8840C182-220A-8523-B858-DB9D6CEE2701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89E8D870-FAEA-FA02-2D9E-2D3737513057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AF3B7CCC-D648-A116-F9C6-C6D40A5D7B3E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C795C10B-7B2F-1B0D-F536-788FEFC7ABFA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DC4E3885-2499-75A8-5A4D-7BFA9D527766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CB47404B-6F54-E7BA-4CBD-391FEAD9F7D6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EEBA8E6F-1B32-C30A-D612-F46C5433C5CE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960C41E2-4265-31B8-B9C0-7A48381660C1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BE1E72C1-40A3-39D0-1D33-D0D11EDEC95B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247D53C1-B480-5F96-11DD-6A512A30B3AD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5FAB379A-7980-A3AD-A1D3-280478A96AA3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9A69A78B-AE65-D143-96B1-D1C746A6D3FA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FA33E916-0A27-09E4-7817-9C70B61B3A09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1C7F234E-68E9-3A81-8133-8A512845AC26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61954732-C6A6-1B8B-0A56-8B86100EA71E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CBD5F619-B3D5-A7C8-6521-EABBEC9BD432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2EE1527E-537B-1F55-171C-65647A3949D9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D304C704-BCF0-36EE-2892-6E2599DF66D4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24B689B5-DE51-0792-43FF-B9DE832BB356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1DD5A73B-286F-911B-0799-8946E50BB0FD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64E121DE-325E-FEB8-CC3F-796A12E653D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20986A94-0702-E090-4E47-C3737D49FF6D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73A40FD6-1F05-A1E0-763B-C6164B4C0298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Switch, Checkbox, Radio, Slider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B75AEB05-3252-F347-843D-C3492858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9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40C675F1-12F2-7C92-9BD0-4B8221E5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F9914B-0332-283C-1044-6546388AA99A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Input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A0453CF1-4E98-1B42-6413-EE61FAF80FC0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28D7BD44-383A-BA20-1CCE-D0F5D16ECAD2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AFDB1B51-E797-5E1C-A62E-EF717A5C210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5BF63628-C374-2CB9-C847-224FA3A2216F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605AA6CB-7589-5621-FFC9-7012833F667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D50EA1FA-D62D-18F7-326A-C98ACA6D387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ACD0AB3B-C3B1-CCE7-C3D5-8EF1ED087202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4A0E1F77-95DF-9320-F6A8-0E77239F22CE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4EE25A75-D586-469A-D97C-B5294ED7081B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A1E8979C-13E4-9962-8A0E-B2BA46D6D74F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4F752249-ABDF-C948-00BA-1C052BCE8A78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0EB61921-5ED8-6618-C1AD-690B82460B8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1D29EAAE-F19D-512B-18F3-7132A61D891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47DF039A-D2AC-330A-5926-F1F4A244239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4773F1B4-E621-EA4E-1AA7-9FF3647BBCC1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0DB782D5-8BD1-7E96-2331-3ECC45081DB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F1C4AAA4-72AB-F354-5333-F18E809F7A1A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54C05808-FE0C-E3A4-23DA-524EFBFA300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0D2E9D5B-9892-1FD0-10F9-DD304217233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5C0C7350-AB53-D3C7-695C-68F119F5905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FA829EAA-7B42-AFBE-9F1F-7E78515B5BA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C0D94B44-8230-3403-F4C0-A7CA6CA353C5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67AA02F0-ED8E-177C-DC17-6C13805C119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6837D4FA-A24B-89E8-7FC1-BABF3FCC3E2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3B3B0FE0-A245-120A-8CA6-F9CF0E1A4BCC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04D3FEF0-D54C-31A8-795E-6CC3B436D3E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46996520-AD9F-689D-CF84-D5A0B5738633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91F20576-A66A-7797-715A-418A2D225193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37CD16E1-5533-8776-C4FA-8DB7508B78B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4351023B-DB6A-1930-61D5-97C4CA707FB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C89008F6-7D95-8FA0-7C1E-4489950E67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714F1C86-6E74-BD8B-1374-B2D88A68674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CC8748CE-AF1D-4CCD-6398-02B5D54ACEF3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3C0D189D-6585-FFA3-4287-A29F03EE5E4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8C695FD7-10E8-8C0C-A01D-827731625D1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EC2A4DF6-F07D-423D-DE6E-8E8B682EA57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B883C700-0C7C-4422-ACF9-128EF12670FA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B79C66B7-302C-75DD-EE31-9BFC4F86D24C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458C9007-4C4E-E545-7F2C-48FBF640853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D4AA0035-6703-42E1-2792-5CAE67E476E8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DF9DC539-FFDC-A694-9F6F-764C03950375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5CDFE8DC-60E4-EB04-09C7-8D763BDC36E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DF282E3F-8855-0DAD-C7C1-D2D81857F8D2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BA9056FA-7DF1-B72F-3F9D-7490F20D839E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40906AE6-E3F4-3B6C-EC48-2899CB37D5F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368A8DFC-8FC8-3796-5B73-CE059AFDC42F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C037CDE8-0E6C-EDD0-1D80-08B93FC90F9B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8EDA54A5-4F4A-A1E8-A29A-6144E3FAD0F3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C66F8EAB-2EBB-36FA-0CC4-E7B17CA6C17E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EDD5FA37-4C3D-E3DC-9059-1401E9DBAD5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77458102-A3B6-A98E-97FD-8081A37D9E7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BC20A947-DD4A-380A-6904-DA007371E7EF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AA6EB48D-5F28-1416-7897-BA1C57C14328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F6682C40-6573-B23A-CE49-F02D00700270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9F68DBED-900E-EBEE-3EA1-420DCC2E2BED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2DF97AE7-E8A1-4B7C-07C1-4AD15A43B900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A38E6A67-1B95-5C7C-5D34-5E307B39A750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436416BB-89CE-02BF-1C5A-BECC38667802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1938E909-5B66-2BAA-BF18-58D2B0F5953A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7EF7FA24-BC9C-3222-C825-A5A88DC494B1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A1A8709F-1DAC-51F4-3A81-B443FD80B3B0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8FC84E06-E12E-931A-C992-43D2C970775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845352ED-69B3-84FB-A328-D0E4EE0663BE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FF2E74EF-44CB-41C4-483A-62D11E4047EF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D209E934-1982-4BDB-F5EA-603E46FC5AB5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238BF661-4861-1E4C-AB57-11673CE91CA2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E6637DCA-352F-9CDF-C2BA-1618B0C042B6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F0139A59-2547-2295-06FF-62003738A21E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DC07C70D-0A3A-1AAE-08DA-5F7D75D5124E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0FACD3EF-5824-6725-F96A-0EE2950CCB67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8BAAE983-B3E5-81D1-45C4-E7344D198C88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54AC5FC1-0DE4-1213-AA17-8B81CCD304F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0F110572-D458-A419-9BEE-435E409DD61A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DB56AB26-56CA-CD35-CACE-E6B2683ABB8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4034204F-7235-D309-22A0-BA08A750F787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3F5FFD7F-1A5C-0A88-D775-AE8120000933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2A562802-3CB6-B098-C96F-95384B95BC4A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CE20D464-E8F2-3DE5-1334-09A38511D01E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A4FFDC39-E02D-C6EE-5B48-78DF00176954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38BD6BFC-595D-B9C6-92FB-4DE55FCB6AD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44EE4D36-D88B-BE4C-EB70-45E9EDEA2DB9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D63C9462-7697-26E5-1455-E38650D2E69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636418A8-30DA-D1F9-343F-FB50FB8E5856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CE4E2134-BE6D-2E0B-50E6-5AACCFEF4894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11A09E5D-2F27-B154-FD4A-FAC2B4CD341A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9600BB9A-CC54-47F5-775A-2D8C6201102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BDB9242A-90C7-40A7-F398-2B47DA24144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CC67D071-5F26-348F-DDA5-DEA6B4012DC5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9BD8EF32-C354-8EE8-0476-386B4F872F8B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CA35C988-4ABE-3EA9-4404-71ADB56721A7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0C63B96D-78A0-8113-7629-D519D30DB28C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6C3B3199-4A53-01D5-F504-5541B6D11073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11AE7B67-642D-AA9D-9310-1AACF76DA383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3B7E11BF-D0E8-A2D0-F8EE-961E52F1CCF0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13E5BD9A-6BF5-E938-7E8B-63CBBCCB3166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BA02F1BE-08BB-37D6-1FD9-72B251DF295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6FF7B7B8-F73B-4DDC-A63D-53578EC229E8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CFE285EC-0905-FBB3-9FE2-5AD1E2050D04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22D9A3A1-A7C3-B33C-1EA0-964C1FAAFA15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F8E8FBF6-DF57-0498-8873-9BBFF57E632B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35E4FD0C-B1D7-DE8D-5B0A-8716338C0DC1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19027337-5470-8A23-5ABE-ECB7B7259074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9AD6675D-05DC-867E-877F-9AEA254EC2AA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4BCA1786-C0AF-4130-3131-CED8A2F0FEE3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F8E99DA2-35E2-78FA-6142-E8A3DB688D0E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32E67E20-5D19-6E1D-7400-0929AA2E7A4B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E3D7537E-FC7F-A0A6-8FFB-195FE011C5C5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BB6ECDBB-8BB6-46E8-DA56-8AF97E9D565D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4419C365-E7BC-B4D7-AD2B-204F8653F48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858B70E4-A4B0-5B16-E9D0-246EF2BCA023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9F78494C-0262-6DAA-0D62-4FC5306443F6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/>
              <a:t>  </a:t>
            </a:r>
            <a:r>
              <a:rPr lang="en-US" sz="2000" b="1" dirty="0" err="1"/>
              <a:t>ElevatedButton</a:t>
            </a:r>
            <a:r>
              <a:rPr lang="en-US" sz="2000" b="1" dirty="0"/>
              <a:t>, </a:t>
            </a:r>
            <a:r>
              <a:rPr lang="en-US" sz="2000" b="1" dirty="0" err="1"/>
              <a:t>TextButton</a:t>
            </a:r>
            <a:r>
              <a:rPr lang="en-US" sz="2000" b="1" dirty="0"/>
              <a:t>, </a:t>
            </a:r>
            <a:r>
              <a:rPr lang="en-US" sz="2000" b="1" dirty="0" err="1"/>
              <a:t>OutlinedButton</a:t>
            </a:r>
            <a:r>
              <a:rPr lang="en-US" sz="2000" b="1" dirty="0"/>
              <a:t>, </a:t>
            </a:r>
            <a:r>
              <a:rPr lang="en-US" sz="2000" b="1" dirty="0" err="1"/>
              <a:t>IconButton</a:t>
            </a: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Switch, Checkbox, Radio, Slider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ECA6A77-AB02-659E-3F30-71A62565B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5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BDA953F-7BB2-11CB-0AA5-ACAC5D2A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DC40A9-9DF3-A7B7-7B9A-BDDD158611E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2BADDB98-8A34-9F4E-BCFD-EF237BA483D7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0ACA133C-842C-8C19-0777-368F6CC97976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06B1FCB3-BD37-8319-B7D0-934C16A4BD2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F9567B39-B93E-77DB-0179-038B4C540008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EEAA6486-7AB6-DB60-3D9A-BD990049849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2BB6625E-4A07-8F7F-E968-5913804498C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7DFFC09B-E11F-6CBE-7CB2-414C25A3F2FE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60A3B48E-480E-24D6-7C67-105C642074F5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35C7548F-5064-EEC2-B9F7-6EA5D58C88C9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BEC1EBEB-D191-27FA-C502-3C893281A332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1EAA6B54-6C92-2925-C6AC-2CABAB509134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B482B1C6-F194-F7E8-77F6-2E64E942993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7DFBAF11-9A86-CEF3-0DDF-837E6028B3A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E4071A51-4348-3AF8-094E-BE568A20156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EB53C49A-B5D6-4E00-67F3-3270B157DCB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9BF40E73-CB0C-B4F4-D34C-C8B94EC3CB3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74020267-EB94-805E-5AAC-62BB7CF25C0D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6D5FF1AB-E65C-B628-4B14-C11DE404351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1380F54F-FEA0-8129-C47A-AF10733EE220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18B222CE-CF32-30E0-E358-1DFC87499D8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BBF5C0CE-E76C-631C-72E4-928FC2A5701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2B385E29-2014-DC3E-00B5-33119934CE5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947C4659-194A-1505-5A6C-66BE3714E8B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00FC3B68-DBFC-C68F-A952-65BB407081DE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62DC9FEF-04E7-C2CD-2E83-81524042CEA5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44586E89-54FF-B651-7F56-6195D2C643A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7AE6399C-B3F9-66CB-E327-71360C77C7A3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4955BC46-EA92-1FBB-BA46-A080F1C021A6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5594D924-D02D-E34E-8538-BE788E7AEEB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0394C2DC-F662-4FAC-9DA9-EBF0D99A45CC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3414C11D-C996-1819-A876-35233D54BB2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C32A2559-5FFE-FF6A-CE10-A0C6EE71984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E20986CB-3B54-0F76-B8C8-BA20E289F534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69718D57-957C-C9C7-8FF5-6F39C7F74FA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B9EAE658-5764-12E2-3D2C-97F8CE7B5D0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94B15141-A717-0F3C-3935-6D8C9B8C3EA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657AB7FC-D618-7254-2384-B81D93ED8E88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53074ACE-A2AB-DB70-5DAC-AA4FC388B534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A5F11F31-19FE-855E-24DD-5FF13315793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1E673D70-C36B-D74C-1C59-505ECB7F535D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058FEEFC-3FF6-0938-E512-D3038AFF01FF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EE644F0A-2D40-B365-02CD-24FEEF43FF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ED2EE75B-C1E7-A183-4364-65B38FD6A770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EEDC0A84-CB74-B713-CE0D-B39C4C0764A0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81697330-89F4-AEFF-D377-0A5C90447D4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EA83994F-97A7-86DD-584C-83180D79620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2D0CE9A7-8FF5-B496-B65B-B11B26F51F6B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451997F1-D139-E3C7-5003-57B9A5B8D40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1C7E1E66-19B4-14BD-6481-3289E95FAC11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C3340315-141A-CEEB-D459-1A6AD0326A9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034F7AEB-92A2-14AE-BAD3-21057ED5AFC2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3F22FBA6-5A29-DDE0-02ED-A5AC1BD0DF8B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036656BD-980A-6A3F-D808-BD0C71E3971A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7D154AFB-3977-0380-3C35-5AD51C141002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D8EAF921-D524-FE12-BEB5-AFAD9FF1945B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97132990-A358-0650-6412-C64D0BF19DFD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194B5335-909F-F2FF-61B9-97E80D6E47A9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2C2F2D2E-8D14-0D49-04EB-82802521550E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BEB3CF58-84AC-4114-1C6B-078D20577033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B1214D25-2C94-5844-B18E-1DC3A5B9F2A7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7ED7DFC4-0E5A-FB78-5C06-D5EDD69F3EC6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3BCEA2EF-AAA5-7B0C-CA69-DA87C706BCC5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3B6AE20D-C15F-D748-3C0D-6ED01E5D1C79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BD7BF8AA-7657-3A98-937B-9A4260715801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19D77624-86F8-F9AF-5284-4AB601D80BD8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341FED14-B734-6077-AB97-23566ECABECD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4E3F8F14-ED2A-E0DE-A8E4-DD2EE30B64AC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65313414-E27C-C0F8-CBEC-01AEFA6A1ED0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E3DBD6FE-CC49-1F9E-4C86-56672889EFA4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F0320F07-794A-37C4-3AF3-D51C56963C4A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FAFDB572-9FAE-74E0-7464-010EF606D5B6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D537D359-865D-5E25-28A2-BEBAA4A5860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3AFCAF64-D696-7838-9467-4542247F69D8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A63F5748-1FC5-4695-4249-FCF586F3531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502236BE-5C8C-6E4D-00BC-BB88E56B0474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A8872287-AC3F-FEBD-CF2A-86CEAFD2E4B1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2E756F24-8760-A5F0-05F0-726D03E1FEED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BE2A083A-649B-7F0F-AD23-A0592938019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6BB2A5DD-632B-346B-7804-210C3F1E12AA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4604DCAE-381A-0510-ADB9-C1A34B9CFEAC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B9F72AD-1D71-10C4-4ABD-E37F9EC5EC62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29219B06-404C-B3E0-1E1A-FE7EC39B3629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47ED84BD-DC78-99FB-B771-8B5DD0452E0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4451FBAF-B736-77CC-B584-729950594108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B6E9C0D5-02E0-F8B3-8726-9AF0D30EAE5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F9D2838E-F5FD-32E0-A5F9-944299043BCA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6D82A013-253E-1986-82BC-D2FBDA17E07A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64BA0032-4F5D-E42A-C29C-D688F04D5D63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C7002E10-1364-78AB-5015-DFE1565E6508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6DE5C5E6-7BC3-7C92-95B7-D813AF3BD7A5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6A428DD0-6C38-C25E-542B-E002659F9C83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15506BB3-943C-C19B-BA72-9A77EEC866B6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703F134E-3BF2-3B46-C5AC-EAD067627FAA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3DE6856E-7662-6358-8E56-DC0D52F34BF1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CECFB24F-BF5F-801F-78DB-23F0E6E8063E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F6DA6E53-6012-F2FF-FA1E-D6CD4270BAC7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7C130F11-50BE-7CF6-5600-69D02C80AA3E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E233E5CB-7A21-42AC-D299-410F4CB84444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F906F12E-B30E-2650-D534-AA1EAF13357D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62A972F6-99D9-30C1-A34E-581FCE3D44E4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DA45A3C1-7880-21E3-1F8F-883FEDF60B86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9FB896B1-8750-516E-7BB2-5D5A27428458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5BF6AABD-A9DD-BC76-D260-7E8B44F9DD5E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C1677575-047E-5B36-3FE8-23C73B8942B6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8DEA7716-8032-D7F3-452A-93FFC9DE6CFC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3669D34E-5B9C-95BF-1F7A-0BA62FC7DE95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612F01D4-BA9A-7A05-A54E-0CBEEB96E9AB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6333D912-75B1-2F32-F53F-B8C085A18A0E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C7685F8C-7797-2E5E-7BCB-5B06BFFA4F84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2F6A5B69-A8A3-E30E-F3C3-27A9D0938CD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693B1B3-ACB2-47CF-FFF5-94E998239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FA7B0F-E0F1-952E-5766-146E25B37FA1}"/>
              </a:ext>
            </a:extLst>
          </p:cNvPr>
          <p:cNvSpPr txBox="1"/>
          <p:nvPr/>
        </p:nvSpPr>
        <p:spPr>
          <a:xfrm>
            <a:off x="763791" y="1555938"/>
            <a:ext cx="73482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>
                <a:latin typeface="+mn-lt"/>
              </a:rPr>
              <a:t>Nút (Button) là </a:t>
            </a:r>
            <a:r>
              <a:rPr lang="en-US" sz="2000" dirty="0">
                <a:latin typeface="+mn-lt"/>
              </a:rPr>
              <a:t>widget </a:t>
            </a:r>
            <a:r>
              <a:rPr lang="vi-VN" sz="2000" dirty="0">
                <a:latin typeface="+mn-lt"/>
              </a:rPr>
              <a:t>cung cấp cho người dùng khả năng </a:t>
            </a:r>
            <a:r>
              <a:rPr lang="vi-VN" sz="2000" b="1" dirty="0">
                <a:latin typeface="+mn-lt"/>
              </a:rPr>
              <a:t>chạm</a:t>
            </a:r>
            <a:r>
              <a:rPr lang="vi-VN" sz="2000" dirty="0">
                <a:latin typeface="+mn-lt"/>
              </a:rPr>
              <a:t> để thực hiện hành động, đưa ra lựa chọn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nhấn</a:t>
            </a:r>
            <a:r>
              <a:rPr lang="vi-VN" sz="2000" dirty="0">
                <a:latin typeface="+mn-lt"/>
              </a:rPr>
              <a:t> gửi form, lưu dữ liệu, mở trang mới, v.v. </a:t>
            </a:r>
            <a:r>
              <a:rPr lang="en-US" sz="2000" dirty="0">
                <a:latin typeface="+mn-lt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Buttons </a:t>
            </a:r>
            <a:r>
              <a:rPr lang="en-US" sz="2000" dirty="0" err="1">
                <a:latin typeface="+mn-lt"/>
              </a:rPr>
              <a:t>là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tính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năng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được sử dụng phổ biến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trong hầu hết các ứng dụng Flutter</a:t>
            </a:r>
            <a:r>
              <a:rPr lang="en-U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925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3037CC8-7941-CF42-8554-798C7073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B368A7-3F34-8CCB-C332-F735BBE3240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772A60C3-81DF-F373-E276-A0B215B4403A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518C80E3-6A0E-483A-48B5-FE7B82D253D3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5D906938-EBA7-F490-C17D-406E4A4846A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D96B2FCF-0F6D-7DA6-D66F-B3B13C215A2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EF498E96-8D4B-21D9-1C64-85B8278A4E6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FD91AEB7-CB90-E8A4-FDCD-BCCD21CDFBD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67B35DEF-1D38-A0F7-1318-836ECC8D7522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FF6B6449-FB5D-8BC2-88D7-C00C29582769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DD001A81-3922-8500-679C-2DDD221D4146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D621DCF3-0DAF-45BB-2CD3-4F095659126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4477241A-3501-A1D7-4F91-03676B7AA474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2B272129-9A5F-1144-14BE-F2BDFC9E91B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98038CDF-B86D-2EFF-C17C-0847018F512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9FF80AE3-CAA7-1C51-727C-DD6A56460BC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87944A9B-EAA0-0F63-3BBD-F66E4055FA66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B8C124FB-6D16-2365-57A4-0514269ADC9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2FE04A9A-659D-FB0D-C1F3-1D81FD15410D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65A170FA-64D5-3383-C447-49C19079665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26B1936C-5282-D725-A759-407B5B1358F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99EF84D4-8302-D1A7-2CFE-0A9D46E179B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7F19ED1B-B986-C3E3-1CBE-F05089BC4B0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C3C976F4-3AFE-8BD5-03FD-70B33294F11F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CA642F9E-FB27-99D0-04C9-6E2A96F010F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853C87A8-45D2-1126-5BE8-9EF9A6B383DD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669AD5A0-2872-5CD8-CFAF-8949C0DCD803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98762D4C-E541-3EB4-E240-1210FC489E4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7C55D71F-4DE3-615E-0497-01F4E5C78E06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34E34E77-9176-CEFC-969E-929561415A66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FE9EF29F-13C2-9CE6-E83A-16ABAB362A3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8B811668-82C2-42E3-3725-91A5A9E022B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B02337B3-6383-599B-EC2F-68BD93D7D79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60CA41DE-7187-E8F5-09C4-BBFCBD00205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B739E50C-1854-5D55-5E9A-13BE25D22991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4414B155-25AF-E70A-71E0-F6C7B6C01E8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A491F9DC-9B58-3421-FBDA-DE414353D36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82D87E2C-C9B4-56BD-A4AE-17EE00F0C90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D94040D5-2547-F3F7-685E-CF5C46D211B3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5D559CA1-72D2-85E8-628B-61457FD2AA38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787A2FE0-88DD-A2A2-B71D-0A995B7DA6B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448C97A7-4C5A-740B-9CBC-485830BEB1BC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1BF305FA-31CE-2F76-6FA6-8BEE3E84D2A6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0BAF5B86-845C-BB5A-F012-2ED86948DD4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A8BD4F3D-C1C2-752F-E321-9ECDC26D36DF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8CBAF302-4775-E566-8072-CED9D0134263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947A183E-A6D7-055E-2B0D-A3B164DE7D3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F2BA9698-9913-9019-2FAD-15D11F26B79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9A4C951E-DD4E-8D53-03F0-C055A565F176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5A333AF3-0BA8-90BE-E407-BACBFE223352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A5C24D36-A3D9-1942-0FC3-0AAAC44147C5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BCFA2509-6FB6-BF75-3CA2-6C2740FD024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53D443E4-296A-D3CB-BD7E-8F7F3305157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D5109EAB-71E6-21A5-4ABA-CA1294682C97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B01648C9-5103-46BF-4F19-C2F2A9921E94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C01BDA90-6369-2A81-7669-8C3D807A9263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A94937FA-64D1-B070-73B1-B92E4BC0FC6D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6667E237-022E-09E4-59C5-28C995080E66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7E46DE50-A10F-4525-FF7A-6B89B762ACDD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8C37F3EE-EC35-EFA1-8D3A-E665A421EC04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DE2D2A33-D6F3-88A6-61E7-F10868A29AD1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2720B047-8357-6C24-9EAD-31D313618889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992BB595-7B5B-2904-8CAE-657AE663ABEE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9AE5A65F-CD80-F088-9080-2F955749D1E9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7780990A-1E48-2721-D817-47FE232CA62B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A6AEB5DD-1E54-520B-447C-29D0EBBE25E0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55DF97E5-7179-3EA8-E2A8-037E1C88A66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21E898DC-23B0-E876-6B06-62E55ADB118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11DE6362-FB0D-98F0-B7E1-947CFBFFC13A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1236ED5B-DB38-959E-ABA3-203FFC874BCB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1E61E984-77E1-7D0E-0964-92AA2ABDBFD1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FB3AE02B-DEE7-3A54-43F2-1D4FD33F3419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4A45C570-BBEC-69E6-4F33-DA205F58C45B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1C467BF-79C5-8BC9-C5F7-3E599DC2E34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63E80179-DC87-C0DF-D3D5-DF5B988DE21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D39A9405-27B4-DED1-567A-E0385412E111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F441ACB5-8729-E37E-16F3-929C7CB1A213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D3931614-586E-F8FD-5E6E-53DB7FAC781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2447FDC4-1342-D5EE-50E9-B79AA063F808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7B100726-17A3-7F58-3EFC-B3DD522AF2C3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91BD5D37-5C25-768B-EA78-9B2A54BBC69D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9B36BC67-31B5-E3E4-A449-4395BC86790E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583893ED-C329-CBB1-2BEE-BF98DBEA820A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8377F816-B187-0F31-A235-ECA2525939E4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EE2233E1-6FF3-DE4A-7514-168B86215C0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9489092A-E995-E8DA-9248-8EAC3BC068FF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F1F77170-E2BE-64AF-CFE9-A6698453EF91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34E86580-BFF9-AA88-DC33-E924F0F1F184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EABC49B1-3CC0-6F43-B044-B818A033554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8CDFA444-6C63-FBAF-0F54-B31CC9B9D588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CF551565-5A68-93E7-EA1B-295ADDE49E32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69D0EA4A-AE48-2AE9-9BED-E746D77F01C9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ACE170F3-8A66-7ED8-1C82-9B204A58563E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07FF2D70-4207-8703-16B3-FC3EE8650EC5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625D81E0-9C75-2C0E-85C7-A0AE88B8FF90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F04E82EB-6453-02A6-76B6-3F03E3191516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C786B2F6-6A2F-BF20-428E-16A16F02F5AA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D6597974-277A-2CF4-339D-DBD9A19532FA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649B2E12-8490-6F1F-99B8-B45F6820FAD1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2003319C-DAA4-2F27-CFD7-F0ECACE89CB0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E3480E67-3D0F-BDF6-B461-EFB62C05E74A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36B6D72F-9C77-B682-24B0-A6D47E69B34D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84A6931C-31AD-A1B4-C739-6CB704154BC3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ED4554DB-E8C0-E946-A603-3CD89EC5801F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A2BE9204-E64E-669D-AB72-07B1C0FBB694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358C917F-02AA-8328-D702-BF46FB3DC929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1672EB07-EE09-3A78-1973-741BA309FF65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74366FC6-1969-FD2C-25E7-1F814C88A2B6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3A89CC5B-D93B-6A70-2FCB-97ECBD3E6269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FFDAB725-AD45-6043-F6A8-A4549A424369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406AD5CA-2885-609C-E284-8228E3050C68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C3314E8A-6BF0-7CF6-B08B-08CD6F5CAADB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D0B6AA3-6948-A9ED-67BA-96C8EA54B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C0A8F-2E2C-0291-9501-D7712B541157}"/>
              </a:ext>
            </a:extLst>
          </p:cNvPr>
          <p:cNvSpPr txBox="1"/>
          <p:nvPr/>
        </p:nvSpPr>
        <p:spPr>
          <a:xfrm>
            <a:off x="609836" y="1515291"/>
            <a:ext cx="76287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/>
              <a:t>Flutter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loại</a:t>
            </a:r>
            <a:r>
              <a:rPr lang="en-US" sz="2000" dirty="0"/>
              <a:t> Button </a:t>
            </a:r>
            <a:r>
              <a:rPr lang="en-US" sz="2000" dirty="0" err="1"/>
              <a:t>như</a:t>
            </a:r>
            <a:r>
              <a:rPr lang="en-US" sz="2000" dirty="0"/>
              <a:t>: Elevated Button, </a:t>
            </a:r>
            <a:r>
              <a:rPr lang="en-US" sz="2000" dirty="0">
                <a:latin typeface="+mn-lt"/>
              </a:rPr>
              <a:t>Text Button, Icon Button, </a:t>
            </a:r>
            <a:r>
              <a:rPr lang="en-US" sz="2000" dirty="0" err="1"/>
              <a:t>OutlinedButton</a:t>
            </a:r>
            <a:r>
              <a:rPr lang="en-US" sz="2000" dirty="0"/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vi-VN" sz="2000" dirty="0"/>
              <a:t>Button</a:t>
            </a:r>
            <a:r>
              <a:rPr lang="en-US" sz="2000" dirty="0"/>
              <a:t>s</a:t>
            </a:r>
            <a:r>
              <a:rPr lang="vi-VN" sz="2000" dirty="0"/>
              <a:t> có các thuộc tính như:</a:t>
            </a:r>
            <a:endParaRPr lang="en-US" sz="2000" dirty="0"/>
          </a:p>
          <a:p>
            <a:pPr algn="just" fontAlgn="base"/>
            <a:r>
              <a:rPr lang="en-US" sz="2000" dirty="0"/>
              <a:t>     - </a:t>
            </a:r>
            <a:r>
              <a:rPr lang="en-US" sz="2000" dirty="0" err="1"/>
              <a:t>onPressed</a:t>
            </a:r>
            <a:r>
              <a:rPr lang="vi-VN" sz="2000" dirty="0"/>
              <a:t>: Hàm callback được gọi khi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vi-VN" sz="2000" dirty="0"/>
              <a:t>nhấn</a:t>
            </a:r>
            <a:r>
              <a:rPr lang="en-US" sz="2000" dirty="0"/>
              <a:t> </a:t>
            </a:r>
            <a:r>
              <a:rPr lang="en-US" sz="2000" dirty="0" err="1"/>
              <a:t>nút</a:t>
            </a:r>
            <a:r>
              <a:rPr lang="en-US" sz="2000" dirty="0"/>
              <a:t>.</a:t>
            </a:r>
          </a:p>
          <a:p>
            <a:pPr lvl="1" algn="just" fontAlgn="base"/>
            <a:r>
              <a:rPr lang="en-US" sz="2000" dirty="0"/>
              <a:t>     - child: Widget con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Button (</a:t>
            </a:r>
            <a:r>
              <a:rPr lang="en-US" sz="2000" dirty="0" err="1"/>
              <a:t>thường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Text, Icon).</a:t>
            </a:r>
          </a:p>
          <a:p>
            <a:pPr lvl="1" algn="just" fontAlgn="base"/>
            <a:r>
              <a:rPr lang="en-US" sz="2000" dirty="0"/>
              <a:t>     - </a:t>
            </a:r>
            <a:r>
              <a:rPr lang="vi-VN" sz="2000" dirty="0"/>
              <a:t>style: Tùy chỉnh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</a:t>
            </a:r>
            <a:r>
              <a:rPr lang="en-US" sz="2000" dirty="0" err="1"/>
              <a:t>nút</a:t>
            </a:r>
            <a:r>
              <a:rPr lang="en-US" sz="2000" dirty="0"/>
              <a:t> (</a:t>
            </a:r>
            <a:r>
              <a:rPr lang="vi-VN" sz="2000" dirty="0"/>
              <a:t>màu sắc, kích thước, </a:t>
            </a:r>
            <a:r>
              <a:rPr lang="en-US" sz="2000" dirty="0" err="1"/>
              <a:t>viền</a:t>
            </a:r>
            <a:r>
              <a:rPr lang="en-US" sz="2000" dirty="0"/>
              <a:t>,…)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170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CCF9B5-0681-9A92-FD0E-A6007ACE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8CC52B-D883-77AD-0248-0AC97B4A2239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ElevatedButton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7ABA2A35-8F81-831D-0F1E-E0A69B1AA412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C51E6EB7-5746-552C-D899-21B26E299178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85D479E4-C82B-B1F7-DCE0-51FCCAA7011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3B652E8A-6646-594C-A240-C1D46FB347B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98BA259D-6783-EF63-A91C-F1369385AAB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B6422DE9-F479-CA7C-D4C5-E953B57B702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BAF556AE-3B76-0C4E-61CA-2C679AA05236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0710D08A-ACC8-2E96-C5E9-967B6D522E59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408DACE8-20DD-89DC-52EC-7BD9F9760EEA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BEB488CD-0F3A-CA6B-C6AC-46695BD6FDE6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09C4DF77-D6BA-4122-D1D6-55AC932635E2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5F3D341D-3EC6-FA4E-420D-EB9251D1022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210A1CE2-9F3B-5B4C-3BA9-5A38BEE5B9F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7134267A-4A62-3B78-CA60-22A18FBB53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226E91F4-D1A7-089D-CEAE-D75291BFC8C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DFBF91EE-2739-EB86-1AAF-7C45AEFA118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CDD093E7-8B8E-AA23-19F8-AB5106FABCB2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8F89CC27-06C6-C904-27E5-2A9E69D7E9C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CCFD5522-BCE1-30A6-BF17-940629A763C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52A19D40-2108-58C6-75DD-CE5D5A1CE15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417CD7E6-4D58-1295-AB54-CFC4261A9D1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319057D7-30DE-A22F-6B70-602E0A4E24B8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0A23E684-8EA0-8A43-3598-C95131BCD63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0F068ED9-327F-1355-A660-E27D24E4D32E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9B10EF02-E8EB-1C63-127C-84F4D534E6DF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5C7BFEE6-5085-D4F4-1A7F-E62467BAFF2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8C6E89B4-959A-1EF9-780D-6403EF5EFF91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7F46C83B-2D69-0826-D850-A20D9C91A599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45E7187E-3AFD-FF8A-3E8F-609FBEAA235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3C90E405-7EEA-48E6-8DE7-3FED0429B82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FF3EA6E1-6B81-EAF1-A448-3CDCFF38918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367C7CFD-B06C-0049-CB90-CF4DBD39423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B96AD129-3B13-7E68-3E3D-7B2D42805D0A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DE4C7B6C-DCB0-8AFA-E480-2A553DA5665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CAB16F4D-9F3E-364B-1554-C1E656C581E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5B7942F7-8267-95A2-77B1-F93EF681C8C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F0225DEA-DD66-08D0-1863-4ABB4A8424B5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D2F58D7F-2958-E122-DCA9-3A91A188AC40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36AEB379-5BF4-6B2C-30B7-EAE54A58C94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323F9343-F6EE-5026-ED28-07F32E457667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4CD7FEFA-0236-3F1B-1E35-801476545F19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29AD9618-7A86-AEF1-0BC8-BA09177ACC3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81F41897-5FAD-4CB9-5FD5-941204703A01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2312518D-5991-8ECD-4FD7-6CC0880EDE4D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88548C64-250D-DF0F-F485-570104993DE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77E90D3D-6FBB-BA48-F5C6-1961156EE705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E0AD4D3F-190C-9ABC-F819-F324D5637D41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68C58673-4D9C-6172-55D0-DCA1FC9B7795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7FA06242-1310-F880-72B0-285159AD4FB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053B2E5B-7D8B-669E-06FF-E5EF8D15A752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6F4A2CDA-7C9A-5E82-4E5C-57298BDB3292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FDDBE388-C66A-AE63-8302-42E24678E90A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5C9BF928-C04C-462A-588B-4E4A9F99596B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4207B211-5E30-BB52-7321-E72CC10F85D6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CE577782-DF1D-76A6-9A93-3383882FB224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2375CD20-CB20-1853-F6CF-D9C874AF0E47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A7F27AE2-44E2-86CE-77BF-80E6E8D24BA9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EDB6911C-2ECA-F693-6F0F-20AFBA4BA9C2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DB9D6F56-C51C-4403-E924-4157ED4B98AD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F79DDE80-328F-246C-8506-3AA2BA923A46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987CFAC9-0EC9-0444-8EC9-DE2724D202C9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ACF034F7-8311-AA65-5A3F-CF854B2883A8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656B8E31-6349-261A-1987-442FF94FE0E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9C7FE84E-E258-7308-97D6-3199C65B8130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0CD21E7D-17DA-6530-0DD6-807996F28B3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63F022FA-C2BD-F00D-44F8-862D88051AA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A5137DE-84DC-CCE3-2379-5F12B4E13A45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B841C784-00F7-6F6F-CAEA-24FA6CB381E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8E960C4E-3178-0BEE-8D86-822F501A030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70820162-BC95-6F84-5A55-EB7DB98ED380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66385EC8-F4DF-91D3-326E-842FE82F9027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F77E6C8-4887-B8A0-3C51-3FF135A80C00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98CE63CB-FF4F-AF0A-E36A-5031FF696614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5F9E0127-785F-2966-017A-274C6C86E549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C466BEA7-0C6C-7549-F7FB-557BCF6BC868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4AC65D12-7096-5091-927C-59ACE992B67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507B3346-6FAE-6BB0-AD67-5EAE4DD8775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EF7663F0-B162-0A58-277E-06442ABB5A3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B685AE05-E89C-A2BE-6501-C5F1B91431F0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B9BB1EE2-E670-86E0-77C3-01CE15AA3833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02E71842-2AFA-F415-013B-6B9100FE0AEF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B1F27D20-35B6-96B9-A80F-65F7E01FE2D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FAF9D663-E6B6-7D38-4180-0F881A00736E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E8B519BA-D105-A610-285C-C6AA427FAD06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E7F8546A-0AD0-22EC-BA7B-8B4B52445729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F699CDA5-A889-9A24-6A55-D9DA1F91CE1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D4F3B55C-F38C-2F83-45AD-C39ADD59353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F0097B1F-68F7-C4AB-30E8-B95A529B9DC6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53D778D5-5CB6-13E8-8760-4FE49995DB37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97EB3EDB-837B-0851-51CA-3B33520C4C92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81D17DE3-52D4-21D1-1616-F9ED9A2407F3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8EDE9827-C5F7-2B8C-FC41-49872E4AEAEA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6161EDDE-55D0-CE45-375C-005D58C5714C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1D770E07-8D0C-11AA-EFA6-FD7D7B49B65E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0A7D8B42-2FC0-5A65-3A47-434C8E53F2AC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BD16F144-EA45-301D-0071-68A48CDD8A07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2E8AABBB-320A-CB74-1AEB-76779420BF56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2F972217-C513-EACF-F69A-DDCD291A4745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668E15EF-EC6F-BF3C-6AA5-DB6D6AA9F94B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58921371-0DCB-3122-EEC9-47D2A37EFAC6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30E970F2-22AC-4B3E-F00B-9455C12A3AFB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7BE65E55-CBA8-18E2-2059-E87C4B7F46E5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8171D067-90DB-DE7C-1BA0-912D10C73E36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A5688825-9D25-F077-61D6-BB9C7CE63556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CCC2F200-E5C6-333B-2200-308746B5DB92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5339C281-3597-FBE6-8239-CDA2DCD1F661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DAC08EC6-7399-ABA6-FA3F-DD2EB7F2744C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5F495C96-E182-031F-C9E9-69779112F10F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CF6CFD25-F126-CCEC-A19D-415EEE2F83F3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54B19D6C-FC84-DD4D-7830-BBEFB4F67E4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2644CDA-4248-1179-44FB-EB9E929BD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0293D517-63B0-A33E-ACAE-523D3366EC7D}"/>
              </a:ext>
            </a:extLst>
          </p:cNvPr>
          <p:cNvSpPr txBox="1"/>
          <p:nvPr/>
        </p:nvSpPr>
        <p:spPr>
          <a:xfrm>
            <a:off x="367268" y="1604505"/>
            <a:ext cx="50485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/>
              <a:t>ElevatedButton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loại</a:t>
            </a:r>
            <a:r>
              <a:rPr lang="en-US" sz="1800" dirty="0"/>
              <a:t> </a:t>
            </a:r>
            <a:r>
              <a:rPr lang="en-US" sz="1800" dirty="0" err="1"/>
              <a:t>nút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nổi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bóng</a:t>
            </a:r>
            <a:r>
              <a:rPr lang="en-US" sz="1800" dirty="0"/>
              <a:t> </a:t>
            </a:r>
            <a:r>
              <a:rPr lang="en-US" sz="1800" dirty="0" err="1"/>
              <a:t>đổ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, </a:t>
            </a:r>
            <a:r>
              <a:rPr lang="vi-VN" sz="1800" dirty="0"/>
              <a:t>tạo cảm giác </a:t>
            </a:r>
            <a:r>
              <a:rPr lang="vi-VN" sz="1800" b="1" dirty="0"/>
              <a:t>có chiều sâu</a:t>
            </a:r>
            <a:r>
              <a:rPr lang="vi-VN" sz="1800" dirty="0"/>
              <a:t> cho những bố cục chủ yếu phẳng</a:t>
            </a:r>
            <a:r>
              <a:rPr lang="en-US" sz="1800" dirty="0"/>
              <a:t> (</a:t>
            </a:r>
            <a:r>
              <a:rPr lang="vi-VN" sz="1800" dirty="0"/>
              <a:t>danh sách dài nhiều nội dung</a:t>
            </a:r>
            <a:r>
              <a:rPr lang="en-US" sz="1800" dirty="0"/>
              <a:t>, </a:t>
            </a:r>
            <a:r>
              <a:rPr lang="en-US" sz="1800" dirty="0" err="1"/>
              <a:t>vùng</a:t>
            </a:r>
            <a:r>
              <a:rPr lang="en-US" sz="1800" dirty="0"/>
              <a:t> </a:t>
            </a:r>
            <a:r>
              <a:rPr lang="vi-VN" sz="1800" dirty="0"/>
              <a:t>không gian rộng</a:t>
            </a:r>
            <a:r>
              <a:rPr lang="en-US" sz="1800" dirty="0"/>
              <a:t>).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AFEE9-A70F-2988-E009-482476AE4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780" y="2115021"/>
            <a:ext cx="2604700" cy="913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79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CDABA36-8AC6-2DB8-024C-D92D415A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F04E0B-EC7B-87BE-8796-3CCD1CFE3A26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ElevatedButton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B32E4D8A-FA77-6AAC-815E-939711D95915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CD4CB31A-EF5F-3518-3623-175D2E5079E3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0A00719C-1967-6013-8C9E-F9872BB6B33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1637E829-FBD5-E1B6-4961-A8CD1BCC30B2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A9F4FBB1-673B-889F-F255-65C1C780ADA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F6688A65-BCA3-BD2F-65A5-06D0B64C6BB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C117A06C-F857-43B9-E2B7-70AD72BED315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B6847DD6-E3FA-BDEF-E900-80E1450A27AC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472921AE-FD59-0DD7-CCEF-572C27A75A9D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46368252-4FF3-DEEB-0FFE-0EF9B4C7746F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E50A28D3-3D33-13B2-4D4E-8B8BC740BFA7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4895F0CD-4AB5-602E-D09F-42475FB9691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6A2E5E72-A174-D697-F849-98F60216CD5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5D5A213D-92E3-18D6-037B-C7893A8FE74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7B29DD7A-2F3D-09F1-0161-CF483AD0634F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AE581803-7577-68D7-8769-E93825EE794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86219767-D9BA-9FD1-3256-586BD70EE672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B358CA1E-5374-CAE6-7731-34D46FF05C3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23B890D9-492D-CB13-FC41-D3200B28590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2300AE9E-1736-CF31-829D-1AA057280B0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E189387D-6A7B-4337-EE2A-42EF6514C9C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28A0E6EB-F882-CBFF-C632-40F7B3421E78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6810C541-8066-9252-1601-0ACBF7E0ECD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E48C6EDC-3578-BAFB-824D-7F35C0D86433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383BFC2B-2D9C-D4B2-1CD3-537C24528F70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ABBF7720-9DD2-A521-90F4-82D955E982F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917B2A38-BB34-FE58-927C-97D1D8E2AD4E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1696E322-EC46-5E06-026C-EF3291754DF5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16A06E0D-FC92-18C3-967A-47B5512E5A6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CA5D124F-5C8A-68AB-6BC4-F199E417C54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51A9911D-FBBB-8FE7-A58D-1E0C456E2AB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24DBB952-C92D-A625-17E7-EE5C50653CA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DA12A0CF-2F1B-1AE4-4683-CAD0AAB08143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307DDFE4-DE41-6706-194C-3890296F21E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0E926596-6FF9-D2DF-319E-662E52D3E33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0B3A53F3-5BB4-DB4F-60C2-63FCE3779FC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1CA7B817-C086-CC71-AFC9-0722BC4E0BA9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4EC7A436-CBBE-D387-762C-664E86F10A9B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6787DC21-137F-87FC-CDAB-5A1B4F1B928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5D178317-639D-C82C-ED43-FF0008E361FF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04C25AED-BA81-92EA-E26D-AB540273BB0B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39A9AB10-790A-8A6B-28C6-9CDDBFEBE35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DE748F2A-CF3C-9D92-4FB6-5CED9767A015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35B582F1-5D4E-DE41-3B09-0C48B1F4CFB3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7EF581A9-56D4-2217-4CA4-5A146000753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E786D37B-ACF1-F0FA-13C4-52F14C812C69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15B094FA-E6D8-5139-7256-39E4D09EF741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3CC58511-3AF9-7A01-2CAB-E5F73484AF1B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486622B3-AE1E-A109-290F-672FDCF18EBD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36329FBA-89DF-2A35-1EBC-B4CEB8ADB3B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AD7A4911-FCDF-5335-61CC-CEBCD3A76B3D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36D2BF2F-10B9-B8D6-C9D5-EEA71335552C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ED8E3DEC-7919-0E89-F197-49D2F7B816FF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296E534F-35BC-A5F9-E6C5-92E25415DB2C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8383C1F3-A35A-008D-06D6-110812BA1BF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51471099-88FF-5593-34E4-02808DD45185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AE734971-1E84-8466-ABB5-EA8A5CDD5D2B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5BF5BAF5-D73D-BC87-4FBA-3C069424068C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3A2D7EFB-E207-05BC-8BE9-B33F7BCED575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960E6B6E-DCB8-2804-6F50-80267E659E49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B07CA73B-2672-B9BE-7F0D-9894FC0075D0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E8E3048B-C0F7-AF5A-9C27-7B6F90FBA3A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E993F64-40E3-FA71-F592-CA5865CF4875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F82FECE4-C05B-3B01-5E10-131FA1A97D14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3DF3F897-FBE3-88AA-55A6-2E1A12E7E495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2C4BA3CD-62C6-8442-D230-C40BB043A3C2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A0497F7F-A918-614A-8DA6-A6FD1B8080E8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DAE42318-FE72-3587-B5BB-A57F784CF0D9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A269B6F2-6E3A-BB5B-4098-D10F4488B874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17109183-45F4-5E64-B19B-88A5E1DEFFE9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6EFE2F67-8E03-C863-384B-12641484D9B6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6D6D528-0158-703B-C5E1-FE7A0DD2C2E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873049EF-9FA9-08E4-DA1A-3EED7FA7531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1A5A0C77-8FA8-8631-F51B-61BBA27EC28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AF79BC59-75E0-DF30-4D56-1D6DB3F6975C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B9A827A0-9C13-2450-869B-865F64AC793A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F51FC8B1-CFA0-CDEB-20DD-1BCD64162AE2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398676E8-9D37-6ADC-8BD8-6170EDFB131C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E451C546-1F74-7EE2-E023-6996F8AC215B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81C3CC08-BB90-E034-95CF-C7F1C406A16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FB555E5E-5F69-E95C-6EC4-93AE83502AF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3F4B8359-FB48-9755-474F-847DBC4D7A4A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9C6321D4-F305-0115-9847-53FAE99E0CB1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7CB7F7AC-F291-DBB4-DDE5-C85938C7A45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0F11075E-6B77-C6A4-8086-0B380E435A7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173D6660-CD69-E5C5-CF85-9A2C15E2A43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862C74F2-0855-3790-D1C0-C2C628B0F3E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2698811A-58D8-8969-B5D6-08DA7B6F8499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FBB0E7A3-F425-2C13-7756-F604DF562BD5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9F01CA98-8DDA-A4F2-EAAD-51CE5F7A21F2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B9B6BAE7-4278-15B3-4559-27F7E6B10708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8F3BE2FA-8658-87E7-FD57-56930B68ED09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EE4BEEB4-4AA6-A07B-3765-5826CF7CA274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1C074FA3-B185-B715-ACE2-22C67332AC31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A7EE1D86-E3EF-202A-B2E6-FE58CE176D51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BFDB7C5B-6C8E-A393-E520-82BAA5E5BA7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22F2FAFD-09D0-8094-5AC1-FE8F547FEACC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81FCF045-415A-C3DD-D8F2-6A30514D4BEF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9F69FBA0-E218-2F91-1F9F-7A67F2391231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0DC9B76B-8A9D-7DFC-2B5B-052D24ECF908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A4544D0D-C753-DEE0-EED1-D3630981CBC8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EB9E7409-4E17-94CF-D83D-C62E59F019EF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FBEB334F-76DB-4056-874A-7E3241F9F421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50C7CF10-AE45-D6F7-722E-A4EBE7EF9EC4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7B57AAC1-B61F-5497-6E65-8993112BEE0E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BD001420-B9D5-312F-8762-4DCD2BD6815A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5CAD5A40-B994-BA64-3569-E9EC55E8EC96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BAE7C9C1-F16C-FA3F-D6F5-CAC1C3442BBC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B0095268-EE14-1355-048F-B8FF9AD26589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DDD5E9E1-BA80-80B2-3EC5-249F80FF3351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51303A1F-7344-4DCE-4E52-5292A75E7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1EA4D85-D9D2-BC4E-01F1-A3D73B1E87C7}"/>
              </a:ext>
            </a:extLst>
          </p:cNvPr>
          <p:cNvSpPr txBox="1"/>
          <p:nvPr/>
        </p:nvSpPr>
        <p:spPr>
          <a:xfrm>
            <a:off x="4748984" y="2501744"/>
            <a:ext cx="4026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onPressed</a:t>
            </a:r>
            <a:r>
              <a:rPr lang="en-US" sz="1600" dirty="0"/>
              <a:t>: () {}: </a:t>
            </a:r>
            <a:r>
              <a:rPr lang="en-US" sz="1600" dirty="0" err="1"/>
              <a:t>hàm</a:t>
            </a:r>
            <a:r>
              <a:rPr lang="en-US" sz="1600" dirty="0"/>
              <a:t> callback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</a:t>
            </a:r>
            <a:r>
              <a:rPr lang="en-US" sz="1600" dirty="0" err="1"/>
              <a:t>nhấn</a:t>
            </a:r>
            <a:r>
              <a:rPr lang="en-US" sz="1600" dirty="0"/>
              <a:t> </a:t>
            </a:r>
            <a:r>
              <a:rPr lang="en-US" sz="1600" dirty="0" err="1"/>
              <a:t>nút</a:t>
            </a:r>
            <a:r>
              <a:rPr lang="en-US" sz="16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child: const Text("</a:t>
            </a:r>
            <a:r>
              <a:rPr lang="en-US" sz="1600" dirty="0" err="1"/>
              <a:t>MyElevatedButton</a:t>
            </a:r>
            <a:r>
              <a:rPr lang="en-US" sz="1600" dirty="0"/>
              <a:t>"): </a:t>
            </a:r>
            <a:r>
              <a:rPr lang="en-US" sz="1600" dirty="0" err="1"/>
              <a:t>nội</a:t>
            </a:r>
            <a:r>
              <a:rPr lang="en-US" sz="1600" dirty="0"/>
              <a:t> dung </a:t>
            </a:r>
            <a:r>
              <a:rPr lang="en-US" sz="1600" dirty="0" err="1"/>
              <a:t>hiển</a:t>
            </a:r>
            <a:r>
              <a:rPr lang="en-US" sz="1600" dirty="0"/>
              <a:t> </a:t>
            </a:r>
            <a:r>
              <a:rPr lang="en-US" sz="1600" dirty="0" err="1"/>
              <a:t>thị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nút</a:t>
            </a:r>
            <a:r>
              <a:rPr lang="en-US" sz="1600" dirty="0"/>
              <a:t>.</a:t>
            </a:r>
            <a:endParaRPr lang="en-US" sz="2800" dirty="0"/>
          </a:p>
          <a:p>
            <a:endParaRPr lang="en-US" sz="1600" dirty="0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819A40DA-CCB2-A923-D7BF-6EA2D02B6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03" y="834644"/>
            <a:ext cx="3289569" cy="1052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01391F54-9150-A26D-8DAC-D9449145E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56" y="834644"/>
            <a:ext cx="4181854" cy="387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25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E7A7894-501D-1462-319F-A570B152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0DAC28-F1AD-4705-26BE-D1BD0454800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033EA3DA-7E08-FCD1-4834-EED5E93FB35F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6BD9933B-A544-DFDB-637D-877875AB562F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A5A2B7E6-AC65-B0F9-F36A-BB42E2EDB25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192A3F98-A809-F2A5-E734-E21F025ABC07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2AF2AFED-5709-12F8-C542-871112804FD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37F1416E-14A1-F0F0-F10C-4176054A63D3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79F336CB-B064-8208-27A4-341B3009FCA0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6A72E2BA-7A5D-33CF-CF81-3E6EF1A0CD82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CF86432A-AD50-0A8B-C699-E2D80F43A9D1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29718373-1C1E-F6EC-4155-920CEB270234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62DA5286-E416-189A-0904-BB3F2E0AAACB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F51965DD-05FB-B8C4-D01E-A3529792CD4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2347D9AC-9429-3873-C4D8-D604F497545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B3C8A934-544E-9B78-D27D-A0C37B83692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F2E4FE05-38D8-B0A4-54E6-BC95D0E3AD40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CAB25BA6-CC7D-5620-6375-86DB48896C5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F6B534DF-A870-9846-AA5A-95BEE268D63D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209C33A4-4565-D812-D364-910B3327D35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AE1D9783-1360-F034-5A0E-36FB7AD9F49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B608A6F4-4268-E94A-C48D-CCD24CE9417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E3480F8D-E4A6-1094-FD91-8157042E73E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78D55DFF-3A66-C229-47DE-F7A35FFE3FE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3A62A8D9-8D8D-94B5-24DF-AED4C8BB60F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90752A3C-9F4D-AF4F-4CA3-E032CBAA986D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635B9682-17FB-839A-0299-37D8917524F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A41C4587-A3FE-6EF6-FCC2-0B6E7043BEF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A95F085C-9BE2-9534-579E-1293B02BC3CB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A9F6AA36-3BF6-C7ED-ECBB-3CB790482CBD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DAAB1C0C-E41D-ED03-FDCF-59C38459DA4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6A81D51E-3B58-AB39-ED3D-017E1B0833A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3139575E-9C7B-4C9A-6D43-64AF115517F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ED906283-5B79-F0C8-A2CE-A4FA86C25D6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3280F062-15D2-A79C-6441-77D0F4C062C4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CFCABC4B-A072-6974-2196-D3911B6270C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5FBC4056-AAB5-C641-E759-A3A9DD2D6C3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7433337A-84EF-F138-C553-4E81E950C07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FAB9550D-525F-49C2-74AF-BD1F96F27A84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7075E3CB-FDFD-AAC4-667A-8CCA62B5FE2A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467D4340-3BAD-6F30-E2A3-A824519244A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1AA062FC-0E2E-AD17-2BAB-DD675A130389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9A84C221-36FD-9B73-BC57-3D1D909C1B2E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4FB7B957-169D-2646-6218-1AE4F1D101F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308B0D29-03B4-E78D-00A7-44F22341C3A5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B96C84C6-CE16-9F0D-C25E-74FF52E600A8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0D46FC8F-3A58-1B49-41A5-DFB06657E7E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3CE6298E-9B16-C1FF-56B0-C297EFCA54BC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F11F64EA-54D0-C14F-BA81-49FE60B79D59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D3FF528A-10D2-0AD5-0400-A601E0EE27CF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5EB8A842-987F-F6CE-6989-8BF8B3822AD9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C64F9BF5-153A-C849-E997-BC4ACC580355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BF33528F-3D25-8867-6002-62DAD6E9132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AF4AD317-DBE6-37BF-45F0-4C70CF6ADDBC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DDDB9F63-8E74-76FA-2E07-A77B64D01E54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BCD70931-240C-C94F-A6A7-E4ACE0B14A83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8C0004CA-72CB-0E57-F4B7-DA037AB67396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EE06F145-9DA7-DCF0-6685-469E0574D4F1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55059CAE-0F12-ECDC-039F-629510BC9325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82ACF4BA-FB56-6C87-C57E-305BB1822E38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4ACE748E-81F9-D0A9-B021-924E052EDEB9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80405160-DE4B-DD33-E6B4-5469EF01D07F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06669826-5087-3608-5CA9-46C6400ECCA6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1D980921-BDF4-51B2-F078-DCB958A9421E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D54FD397-FCE5-EF7F-A214-9BD8FE0004E0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2EF206FC-CE3A-F0CB-F384-1223283E584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8DD380CB-393E-928F-5FCC-F4569FD4D2B5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15D24749-B3E9-2A22-95BE-2EAC5315E013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1344BE10-B868-FFCE-95B0-311263780CD4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FEE1CC0A-F51F-738B-59DF-380F5831E02B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201E7690-05C0-FFD8-90F0-C3888ADFA7A9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10306991-5119-958F-9176-D9DC3A5CB664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9BAB89F7-14AA-6DD2-C2B1-13A0B220AA99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0F0C946B-9E09-E44D-3E65-85FEEB0EACC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1252AD17-30EC-D1DC-C7A9-F7227E8925E6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245AAD11-5F03-8AC9-82A9-56FD4764137D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DFCA9ABE-315B-81D8-ACE6-F09EA4422767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8E7A4722-A176-796D-9762-641031DD1BCD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08C5A40A-5D19-8AC2-7B76-C22D7115E0E1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51D35EA5-9C9E-FB72-1985-DC0B2D10BCA6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F9515B59-DC56-B28F-EDD6-9921BEF8BE44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754DE3CB-DD74-1AC4-C3F4-921B0C107FF9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E8C7C62A-0260-E113-02DD-326F74B7238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A04EA43D-C7DB-3C4F-082B-54FBFE7BFD7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FA3EAA46-CA68-C2D2-7A53-05EC76930B5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0114F037-8E59-D0BB-04C6-CD23948154A5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008B5FDD-C6DF-6571-C0C4-877F06541074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24DA546E-273E-B994-763F-B88120629F5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875905D8-43D3-DD02-6601-C11E16D1D84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4F30877A-44E2-E333-E6DF-FEE190D1202C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A1597FEA-6BAF-E33D-BB91-52D88AC4CCBB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4ADE55D3-FFF9-E1EB-FC6E-86A355D8D8A3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53AA49B6-E31B-7E7A-6B20-9911CD5FAD49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3EFB95D0-05AA-873B-E72D-039699069756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8E302445-EACF-8368-FF97-4B955ACC13D7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CD2F7F58-3B40-2232-64EC-4C3D5104CE29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864AEDBA-8FEC-B6E7-D3CC-5C4AEF2E1318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C300D581-BD3E-18BF-CC13-49B7DE903E4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F3C61B33-0984-D2DA-6143-4EB830226965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61CE1030-B58D-E126-8713-A4F828471782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FB990891-53C0-0BD3-E8CB-4D8385F459F1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6544D2C2-65F0-90E1-B769-FBA998137E27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611AE8C3-2695-33E4-1FA1-9162B7F0E40F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FF00E3E0-BA5B-3BC0-6716-12691F7FE76D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1493E534-8480-9B56-9B87-1A6132084062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61E8B9BD-4AC3-A690-8600-A7D4B6B4A94A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6560F928-FCE1-A2C5-956C-F1BCD4CE7BFD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26C1DF37-966D-6264-B46B-FD1429916BAD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8D9AA8F7-8652-BAE9-A976-704BEBEDB727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FDAFF4EF-1F8C-1ED1-CA0E-9283ECCC2672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D7DA72D9-9DF7-412A-EEC8-6C9339624D53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A66074DE-F6E5-DCE4-DE73-F937DAA7A518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65002CBB-D67A-DEA5-C2D2-B305AA9C8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30CA885A-68BA-9694-2121-D6E88D10E262}"/>
              </a:ext>
            </a:extLst>
          </p:cNvPr>
          <p:cNvSpPr txBox="1"/>
          <p:nvPr/>
        </p:nvSpPr>
        <p:spPr>
          <a:xfrm>
            <a:off x="448549" y="1046742"/>
            <a:ext cx="48032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/>
                </a:solidFill>
              </a:rPr>
              <a:t>TextButton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loại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nút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nhấn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đơn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giản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nhất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trong</a:t>
            </a:r>
            <a:r>
              <a:rPr lang="en-US" sz="1800" dirty="0">
                <a:solidFill>
                  <a:schemeClr val="tx1"/>
                </a:solidFill>
              </a:rPr>
              <a:t> Flutter. </a:t>
            </a:r>
            <a:r>
              <a:rPr lang="en-US" sz="1800" dirty="0" err="1">
                <a:solidFill>
                  <a:schemeClr val="tx1"/>
                </a:solidFill>
              </a:rPr>
              <a:t>Chúng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các</a:t>
            </a:r>
            <a:r>
              <a:rPr lang="en-US" sz="1800" dirty="0">
                <a:solidFill>
                  <a:schemeClr val="tx1"/>
                </a:solidFill>
              </a:rPr>
              <a:t> Buttons ở </a:t>
            </a:r>
            <a:r>
              <a:rPr lang="en-US" sz="1800" dirty="0" err="1">
                <a:solidFill>
                  <a:schemeClr val="tx1"/>
                </a:solidFill>
              </a:rPr>
              <a:t>dạng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văn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đơn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giản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không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đường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viền</a:t>
            </a:r>
            <a:r>
              <a:rPr lang="en-US" sz="1800" dirty="0">
                <a:solidFill>
                  <a:schemeClr val="tx1"/>
                </a:solidFill>
              </a:rPr>
              <a:t> hay </a:t>
            </a:r>
            <a:r>
              <a:rPr lang="en-US" sz="1800" dirty="0" err="1">
                <a:solidFill>
                  <a:schemeClr val="tx1"/>
                </a:solidFill>
              </a:rPr>
              <a:t>khung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s</a:t>
            </a:r>
            <a:r>
              <a:rPr lang="vi-VN" sz="1800" dirty="0"/>
              <a:t>ử dụng </a:t>
            </a:r>
            <a:r>
              <a:rPr lang="vi-VN" sz="1800" b="1" dirty="0"/>
              <a:t>TextButton</a:t>
            </a:r>
            <a:r>
              <a:rPr lang="vi-VN" sz="1800" dirty="0"/>
              <a:t> trên thanh công cụ (toolbar</a:t>
            </a:r>
            <a:r>
              <a:rPr lang="en-US" sz="1800" dirty="0"/>
              <a:t>)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vi-VN" sz="1800" dirty="0"/>
              <a:t>dialog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Tránh sử dụng TextButton ở những vị trí mà chúng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vi-VN" sz="1800" dirty="0"/>
              <a:t> lẫn với nội dung khác, ví dụ như giữa các danh sách dài.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ECF2A860-C6DD-7FD0-BB88-D4833546D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505" y="1816705"/>
            <a:ext cx="2775975" cy="1044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4670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F0E8C5C-B159-872A-5848-5BCA0B77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7EE2AB-E926-846B-90B2-57FC562B9205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3926B623-D32F-8D9A-133D-1D0ABFAD34F0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ADD31C2E-417C-43F5-9017-B6059EAC4B9B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D3A19D5F-8A38-E592-22EE-36B11DCC0C5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A4984666-1178-6CC3-2D74-A4F2B1E900F2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EC89446E-0B17-A0CE-DA7C-77605A0BBCC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882F0667-CB52-1D2E-EFA9-60B9EFB7B97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A862ABF7-E84D-283F-D0E1-AA6DF0B2FAE0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D23C730A-194A-D7C3-1071-4CF1D96497E0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D174898E-97AE-4E21-01AA-CBFCD5AB511A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96A36291-1586-CF30-4B32-CC04432550EF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E2139941-EFC0-6A9C-BB5F-34A73233E638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47BBD13B-E5FE-2213-FF20-7F339DADF68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C3D72027-7814-8376-CC33-34C185BFD47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392EEDAC-E79F-4D40-195C-9521E2B9691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9845143E-5C00-B0A4-E63C-54EEBECCA98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2F934DAE-13F1-1DF6-B662-DA10E9A64BE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C1E79D21-4A1E-E70F-4BA8-E4F30654AF2C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05EF13CE-9F3A-A376-3355-16BE6DCEF2F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744EC0F5-0B88-AEE4-0878-0873EF79BA1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57F75805-3797-5556-F2D5-78F38FDCE53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2C4EBB6F-0F66-6829-85C7-F9EAFBADB9B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0D5CF8BE-269F-DA52-1AB4-6F355D955940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0913F6C3-1D51-41D0-BFFF-F65340DE3B7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ED2AA2EC-5377-56E4-8101-85608A44397D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4CDA6EA2-6C5E-4E7D-E8E1-8E49BB6F20E2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1F58F70D-04C0-F1E1-7835-B6AC6625896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434374C0-0BCF-5364-1D1E-DFE98158D420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B99A3966-80C0-EEE8-7FF4-D4055919CADE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34BC7BFF-9FF1-2966-B29A-732CDBDF752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B013B6F2-14A6-BD7D-5791-6E297C2E2DD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3AA370BD-1FAF-86B4-6198-6E12DB7CFDF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87F66933-0133-A5CA-F6A5-7358C1872A3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E822D798-5D69-D849-242C-D4BD712A3E35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A0709F52-779A-C813-51B0-E087015E344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E5C75F5A-1312-6F2D-6501-5B8627C9BDF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4BA9500C-A566-0FCD-0B14-984B994EE10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54DAFB22-F6C6-13BB-00BB-86E8C8B8FF47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E23A5509-6E61-218E-2A8C-E104591C8CEB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6E47FD7A-32BD-4C59-9723-2B0CFE4A867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F733766D-9867-C089-9C44-68AD8D2C2272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C80A7929-303B-6205-00B4-444DFCA6D28D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EB4F20AB-7811-4590-00FF-D613E2B4851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1AB9AE58-C3E7-86A5-7A0F-357DA32B45FF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1A34DB5F-1595-236F-3C1D-3E5556281EDC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0920B0B0-1E92-9371-C0FF-5CDA52A50E0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289B6F29-7896-AA9F-CABE-FD17A1E6799B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CCF16520-CF8D-4916-EBA9-854D82A81D39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57DF8894-608A-567F-66B0-7391D87F496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8639A2AE-B090-4AC6-1EEC-8DCDC39D251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B6F8BC65-C77D-C2FF-DF2E-149573128FF9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7A269867-6DB0-E2CF-AD1D-417AF414EF4F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8DEB4B6E-8070-9AC2-FBB1-000514D0F4FB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4AEECF10-3981-6951-BACC-C76B60673D29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421A20B1-4963-8129-A6CB-C43E26359C04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A34DC17C-9196-D990-EE3A-93051F836620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42729BBE-0DFD-1AA4-03D2-7C01151F0B29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0FEEF197-0CAE-EF07-69D2-B73A94DBA821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1CC04B88-E033-1C2B-2947-2FA69A06A277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1BEF3D9C-3FBA-9489-3859-FD669C32EFE0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5F30D3C5-9C93-93D0-72CB-CEB3BE2FCFD1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FCC7A83D-E732-4E8D-D7A1-DF4E233CF508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635AFF46-EAA5-BA72-B463-4C2AE870EBF4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06957E0E-F698-2DFB-17B0-5FE5859F8F53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45B0FE79-7D5F-FA62-CB81-404B4BF4F4D9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118D7FF8-12C5-D87D-9A69-6ED725C04AB6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13C16EFE-561D-36CE-05C5-4A91E5355675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080A39CC-BC83-BF9B-D924-A5456591A589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94893C93-ED35-B824-88E4-249C0602ACE8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AC8D61CB-0756-AB09-A6B1-BE5EEF255A9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17BE15D7-71CA-F2F2-5E42-0F4B9C5626EB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05CACEBF-1E2D-88E6-2384-50D5C41AE6F1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739C7B1C-F3E7-4D8B-93F5-12B6B08BF75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581B7A5B-7B5A-50E7-2CB5-149D41BC1F8B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A3860802-C0D7-D379-12F5-AE52DEECA76C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A886606D-CF14-7D91-A46A-56C04D84FF48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80AE867E-EAC8-5A4E-FCC1-89B5F2EC106C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63F81E4E-AA39-7601-D6BF-663B71155E11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13CFF7E5-2F68-3282-4167-A64A3931CE5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323B0C23-3219-F029-7AF7-30EAB5A1D11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55863EAC-2B2A-D734-1C30-AF7A08FED0AA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DD44F92F-9C0B-ACEC-B8E6-1A975DB23E5B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4B132BF1-FB33-99BD-74D3-6DE24844F920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58AC8255-6AAE-C1C4-0607-1031588D347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8DEC187A-EF4D-F846-BDCB-B97DE663E7C5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02C16519-DC37-540D-7C6A-141C984D82FD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45D78928-5B0A-6EA3-71A7-66ADBE522731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9F8CAFB8-7C20-3316-AE29-676AD3F13034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C352A184-BB03-510A-D322-7AC1E137DF61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6F69EBE2-CB15-D3B6-BA3A-EDCD65B2ACAA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FAF6275E-2ACC-02D9-756E-72C584C01321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D076E35E-D961-D610-6AEB-4F2982326548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EC897DF8-8016-9C15-7C02-24357CD347B5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1A7509DF-DFE7-33DC-6F55-6CA027383F16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EE222E00-96B4-5F2A-FC2D-EF463CE7306B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B0FF1B47-14BB-0DDE-9DC6-A77142659242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695EA3A4-C39A-7C8C-DA10-FC920BC9602A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99690577-8C55-6945-F455-D5EABD3D07CB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011A4A46-CCDE-48F5-FF67-49C32C2D39F0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70CD799D-6240-7855-80F3-EBA2C4F478C4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E09C0A39-1A99-2894-2B99-709EA91FED88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A08E5F41-7F1E-F875-066A-73495CC05FBF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F9EE1EB1-A3E5-DEEE-EE29-F8575A4AA1F8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80A1D350-2B67-C55C-AF3D-291CAAB01480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92C39457-8607-8F3C-BD1C-06CB844D69A9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1478C4C4-D3F4-E5F4-E9BC-E9BF94F6A1B3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808852BA-A937-2D01-14E2-E9B26A78A0E7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8B2D1EEB-6859-1EDB-313E-83433404680C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BD9063F2-FFA2-A4CC-590A-3BDAD34CFF40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64AB206B-6CBB-897A-06CF-86ACC210ABDD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B6954668-3A29-F941-1103-998A4BA7758D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A9818A9-668C-AA82-C6C4-B5A6101D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99824D-6552-A2D7-B367-E52C84E47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095" y="1919755"/>
            <a:ext cx="2125421" cy="818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362EE52-A35C-3910-AB53-42550D1D7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095" y="827251"/>
            <a:ext cx="2116184" cy="818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31A83B21-6893-A8E7-9E72-D1047EA66C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99" y="827251"/>
            <a:ext cx="3997450" cy="372591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1B8FA3C4-B5C5-1DDF-424E-341EBB244620}"/>
              </a:ext>
            </a:extLst>
          </p:cNvPr>
          <p:cNvSpPr txBox="1"/>
          <p:nvPr/>
        </p:nvSpPr>
        <p:spPr>
          <a:xfrm>
            <a:off x="5260494" y="3003572"/>
            <a:ext cx="3065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hai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bắt</a:t>
            </a:r>
            <a:r>
              <a:rPr lang="en-US" sz="1600" dirty="0"/>
              <a:t> </a:t>
            </a:r>
            <a:r>
              <a:rPr lang="en-US" sz="1600" dirty="0" err="1"/>
              <a:t>buộc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child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onPressed</a:t>
            </a:r>
            <a:r>
              <a:rPr lang="en-US" sz="1600" dirty="0"/>
              <a:t>()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Mặc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TextButton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màu</a:t>
            </a:r>
            <a:r>
              <a:rPr lang="en-US" sz="1600" dirty="0"/>
              <a:t> </a:t>
            </a:r>
            <a:r>
              <a:rPr lang="en-US" sz="1600" dirty="0" err="1"/>
              <a:t>nền</a:t>
            </a:r>
            <a:r>
              <a:rPr lang="en-US" sz="1600" dirty="0"/>
              <a:t>, ta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thiết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màu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qua style</a:t>
            </a:r>
          </a:p>
        </p:txBody>
      </p:sp>
    </p:spTree>
    <p:extLst>
      <p:ext uri="{BB962C8B-B14F-4D97-AF65-F5344CB8AC3E}">
        <p14:creationId xmlns:p14="http://schemas.microsoft.com/office/powerpoint/2010/main" val="927602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0A34A00-CA10-799B-0B53-9429A794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6B5E00-C4FF-7AC9-9705-DCFA83BBD525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OutlinedButton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0EE5C967-5FC4-7538-35D3-1F2D061614C8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056AFA81-26E5-CEAC-1A24-2CA7AEE37A2E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F71A3D52-6911-F900-5427-A974B6F2539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8B961E33-224F-6BB5-30D0-AACE0D567A7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233A6C60-8CFF-2AEB-33FF-25CA2780F8C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27F66116-F294-8E1D-7321-52F92AD6823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5587EEDC-FBF3-2D84-F990-2B057425A477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4B4192C9-BBBB-210E-2C98-7828419DB66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1F1C7B37-4EA8-E7EF-7149-17E0248A6654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1A4EF1E6-890A-9B8C-8F96-96E87773C4AE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B8006CBB-AFB2-F319-CDD1-F67F9F8CBFA4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5474FE8C-9A25-45BA-4960-7D7D866F4DE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E5EE8A2D-107B-B72B-046E-A86C992F12B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48A95AF6-1FAF-E749-FB82-045F88CB265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C7AAEBA2-F077-A79F-9967-1CDD67E6C06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5711B216-1059-64F7-1E8A-4925468B461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121E4DDE-9402-6657-E7DE-4D50CB8D2C13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31DEB4C4-9D14-D662-876C-E48265262F8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6CE0688D-2FFC-AC53-E396-836964000CE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A76257A7-3432-5C42-1D91-70A258DC7AA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75B9E33C-3B58-99B9-A733-C1CF740AEDD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84E83AB9-C3E3-0CF1-0F9C-A8982E77B523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B64F132D-DC02-7BF9-AAE7-0CCC5AA3152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8D97EFFF-8824-A6F7-DE2D-741B2498C002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D7C6D528-13BC-03B2-52B7-C8DBFBEB32B0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5C13A9D8-412E-30FE-2E6A-00C108F10F3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E4B74BB0-7331-DF0D-4CAB-35ECE38E78EA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BA5AB5AD-2967-744B-7B13-CD83AB7F65CB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0208D553-B033-8F8C-FD08-14D1647ABB5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6862C291-0709-2B2E-DA80-38DB615D5EA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D13537DB-7E78-7833-53D2-56BB351D7D8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723F11B4-4CE7-78D8-3B5A-54D5A56E8DD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F917FE3D-9898-2C9C-D729-77AC7E26F1EE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90BE8935-7664-7D08-FDD5-92DFFD2B1E3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F69FCCCF-D73B-70D6-8C30-A4F2D41A757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89D4EED3-6B24-1F70-7C7D-60A4AE6D31E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BC51E05A-4866-C29D-5DC0-9D8CA7C510DC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EAF7994B-1FDC-BB44-27E9-4F0408C8C62C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2CCF2E81-5740-54E0-34FA-9A28D26D718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17579C19-B9F6-E5D3-7CDA-7DE9EAD6D24D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90A4F4D8-83DC-BF89-236E-275D4213DF15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6842A18C-CECB-2AC8-41C0-68B6F4FB981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74E9BE0D-DFBE-A7DC-2F78-3B1EBE80AD29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4C4732D9-9DAA-B1C8-77BF-DC7F168C37B3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D467A03A-D6CD-A1D6-2D99-761660ABF34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0D56060F-8B80-05F2-1BD0-A94252E9F0DD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B975B1D7-11D8-B8C7-3C57-F5270F593A86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FFD594E1-2E1F-8E48-7C23-FD884459D637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B368E0FC-F899-72DA-E77C-199E72427365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D4099D5D-1393-9396-ADB0-93C8D619577D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848D2104-5E61-1582-EAD7-B14D05D6FE4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DF88ACC6-2753-7CCF-1948-6303580B2814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59D67655-AF58-D06E-73DD-81A8AE050ABD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F70EF8DD-300A-E4C0-465A-AF8C680004D7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59F7F854-7796-77C5-5C78-185EB1730804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BFE57286-E81B-07C4-E296-36D3A22C46C9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FD5AC63E-4517-3A45-7AFE-877B4DFA24EF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277C08BB-EE1C-BF22-8CDA-AD50EDB3A011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7C558FB8-5FB8-DDC8-D58E-A196940BFDCF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82EAC805-EA74-E0F3-B88E-A270A7206505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DAA02448-3565-4102-072C-919015EEC0B4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79881738-7B00-2A7C-DC2E-239BA296D9D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E0071A1C-7AE7-FBDF-9191-0E82F65617DA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B567D236-17BA-6D49-053C-7CFC8230986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86F099F1-2067-CCA8-8075-C18CC90179A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F0A15218-2F66-CE23-7EE2-B173C0D213B6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A4E0264C-E543-7E7A-C75A-FC5B20FA3231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98549226-6EE0-7CFF-BE4D-1679E62F9F20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F717273F-A51E-6788-174C-5D7E859DFB3D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ADCB13DD-B70C-0035-AFC1-A26073BE0751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3B9B81AA-A78B-A439-E1B9-2A19CC1EB673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5298A090-0F05-9F25-FB42-3CA6D41CE2E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54FD1C8C-6A4D-3555-3496-C75938EB22C2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988675AB-0990-6F30-F113-C0148D7E4CB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3CAA8415-5A04-C409-F224-9BDFC00ADC58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28ABD834-9EEC-DB1B-5559-7343447A322C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C39EB7AF-5278-982F-C2A6-1CF7CCA462C5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EEA67098-698E-C70A-BA1B-44A3B228485C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8721CF5F-C406-D354-5A05-39513D8CB03D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F2D079EB-D019-445C-3CA0-93BB93DB3CE4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A1A03A24-3913-669A-D384-2833CF2C543A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2265A2B4-E05E-388C-D4BC-1CD894C2919D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4BC55D9C-1F6D-4603-5064-F55BE0A5A54D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3540C7D1-B0C5-6354-072A-94C720270081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C1DF3F64-39D2-C70C-2110-A2FAA1B7C8FD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A1C7B518-4D4C-9A1A-D94B-D8B927620A4D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22FE4AFC-C9A6-131C-0E80-3607732EF03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AA9A8B4F-DF35-DC48-D9B9-1A8AB51F8603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E68144E0-23FF-0482-84A9-96EC1E2C2A18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D45A90BC-3B1C-8222-35F0-61ABB19E620B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EEFDF662-104C-A337-2B7F-F746FCD540FC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5D6571F1-37F5-52DE-A82F-D77D6A85BEF7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A749AD92-3A50-08FF-B9FA-6DE2988F6A72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3ADC1E2C-66EB-FC01-2EED-538221E2CFC3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FAB5AC50-9D7D-E115-B06D-1E19C0253B38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371C27D5-969E-7DF6-0197-618D03A0AE6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0F983833-2C86-181B-EE87-520B2D0ED6C2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6F23F089-5A0F-DFA4-2439-D9D82A02D288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F7DA8B39-9E5C-9C25-89D1-92653285D7F8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2048C4CA-F3FB-EA6D-294A-3AAEBED12E32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F882DD5A-0C8A-C47F-155C-24C96EC6A73C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4AF9FCA5-CA03-A7A7-3660-FB86E9FF8B20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89A1523A-8E51-F479-EDB9-63BFA11AD869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A4571E8D-FF37-6ABA-3CE1-28EDCCF1CA5A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47384FE2-8478-C342-4E36-C4E2A9041497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B5B5354D-DAE1-9159-2D14-69F6790D7801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BF6B5B14-69E7-2531-9CED-F356CF1FB84B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225CF50D-B5E1-2444-B147-9DE2BD708C0A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D4C4D86E-D43B-4B91-665E-A13CA2856130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A2624A23-CA10-C755-8774-955BAD2086A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3DF3A07-3C21-F5DD-93C8-C0453111D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6E51B287-7369-E476-215A-CA49FBD8C0F9}"/>
              </a:ext>
            </a:extLst>
          </p:cNvPr>
          <p:cNvSpPr txBox="1"/>
          <p:nvPr/>
        </p:nvSpPr>
        <p:spPr>
          <a:xfrm>
            <a:off x="304918" y="1350659"/>
            <a:ext cx="33082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OutlinedButton</a:t>
            </a:r>
            <a:r>
              <a:rPr lang="vi-VN" sz="1800" dirty="0"/>
              <a:t> tương tự như TextButton, nhưng có đường viền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ngoài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Chúng chứa các hành động quan trọng, nhưng</a:t>
            </a:r>
            <a:r>
              <a:rPr lang="en-US" sz="1800" dirty="0"/>
              <a:t> </a:t>
            </a:r>
            <a:r>
              <a:rPr lang="en-US" sz="1800" dirty="0" err="1"/>
              <a:t>thường</a:t>
            </a:r>
            <a:r>
              <a:rPr lang="vi-VN" sz="1800" dirty="0"/>
              <a:t> không phải là hành động chính trong ứng dụng.</a:t>
            </a:r>
            <a:endParaRPr lang="en-US" sz="1800" dirty="0"/>
          </a:p>
          <a:p>
            <a:pPr algn="just"/>
            <a:endParaRPr lang="vi-VN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1D4BA-73AA-F946-DC49-86DE863A9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302" y="3472232"/>
            <a:ext cx="3888259" cy="13770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F148EB85-FAA7-8240-F081-32BFD49A8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269" y="429613"/>
            <a:ext cx="3888259" cy="28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96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1E1E916-4AD8-C1F6-E4EE-3DE009D5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C31F3C-6108-3FC2-2D20-FD80312CC922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IconButton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6F01F66C-2FC1-41D2-70CB-D68D40FBAE58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86BF1492-5034-01DD-1C84-A90F9B82D5A1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E0454620-4AED-C485-FBE6-9B547D80901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3D492331-6B30-B2C4-6041-E973EA679248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5B5AD2EB-C0FE-29D0-5C90-9D666AAEFAC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B10C9A78-983A-F4E3-269B-82978D69FA2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29CECEFC-C2A8-625B-5009-9D23910F4897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9CD3CAAD-4B31-00EA-3185-BCDE25C5405E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1F875CA4-10B9-5553-4249-A0657D3150D9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AF8E7132-4E86-2D2A-1C63-B5586A84D6F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899E69CE-B70F-A90C-AB3B-05795F8E0976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06269C32-B646-6EEB-E094-05608FEF748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EB8A2B10-A988-5956-2190-9A29F80CF11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07C96532-FD4D-3206-2863-C83849CAFC6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A0D9E213-6038-4D10-581D-6BB91C727CD5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80B2356F-43A9-8818-B9F7-C70186B5E76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94B841EB-41BB-6310-A0DD-FBB43C7DF4FD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0746EC1E-8A06-1267-86B3-998C7482D64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D9EF0AAE-4421-66D6-F6AF-0980AF876C8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31225004-19E4-63B3-E7F3-E64CC4DD757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FB3F9165-20CF-287A-F1D3-8AAFD2FA267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FF59BF3E-3B57-9162-D185-EF1DE1FF39E0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5AD36C68-31E1-F13D-A320-21FADB6BDC5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0A6C189B-F924-9FB7-0095-633BB7313B5D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6DADDAAC-6B3D-1A21-68D4-8A0A1515E991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6120DB97-346F-B848-8663-901FB5F6B9B2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363A7D30-E49D-9D86-9CAD-DCC3E739D697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42E17DF8-DB04-ED86-6C9E-47BB4E7F9E3E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4F9A7B99-7EF7-BB14-0421-994D8D6E4A9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5F499AA0-6C15-7324-610C-28AF1714863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69CBADF0-4C9C-DF8C-7FFE-7ADEDFBF612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409A8F36-E436-F885-8B93-040551B77D2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215CF77E-E443-6FE2-C822-AC58E3CAF382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33DA7CD9-AA24-AE86-7B3D-B834300AA84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1469606B-2E3D-83E2-3348-4939AC180A7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6A7BDC7D-CF55-C965-9299-D2E6CC47B28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8CCA104F-6310-4CF3-5053-B7DF50C5BFC2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8666BFEA-35D0-EFCE-C9DE-1CFF1D8D7487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283BB955-F88F-034E-60D2-6EC76B46420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ECFEC4EC-69C1-3E7B-FD86-B10801A8AD82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EE76EA75-1D02-74AD-A3EF-8AB0F43F8817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3516C79B-A384-DEF1-1453-E796D28450D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BE025145-C689-E524-5BA0-6C0D1139B21D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F6CF6CFB-A734-11E7-9651-4E9DEE5BF0CC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B11BD0AB-1D1A-F346-E916-7356D4E10EE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64165952-E079-91F4-6D11-27A3C0CC38F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FBE719CB-4CF9-2DE4-571C-77F89CD1769F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E216CD68-C889-6D84-1874-423DEACD7D50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058D7924-731B-2B1B-007A-738FCE697F1F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5233D8A5-FD59-3FC6-E052-2C28353EC8AF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20DC7D4C-E84A-551D-11D9-2DACB528BB1E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450E845E-8398-4501-42AD-FCEC9BA525FD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CC82E4BE-2F03-9B31-F26D-C13199ECBBB2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EBB34327-AA9C-B51A-BB4B-01FB244047B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3F3FB681-2B0C-4426-6449-226A7D349A89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840418DD-8CCC-9E96-9CA8-2D1DB6F5CE7A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373369FC-D988-CE69-469E-CB5393077C22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680DE330-905D-7A3B-54A6-954B880A4F7E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47B30DB7-BE2D-F337-547F-952E6B5C11D7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D5D46D8A-B8D8-67C1-8E7A-132B9C85B34A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8C8D63CF-1688-B4E9-B0E4-92AAA438FA44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B78424B2-7A66-4BE6-9424-F35FF8A115AC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B57A29AA-3331-5EAD-A31D-33BC4CF96B59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D6033DEC-8EB3-95CA-4B28-93F2420DDB6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0D6EB822-D031-3FA4-C75B-1CF48C33733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61C0BF77-D705-9D02-68C7-AE2358DEF1C6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0BE561DC-E370-B7C7-EC03-4DC70FAB68E0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623915FB-3CE7-0C95-C770-7280E6554D1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04257EA8-9559-5B85-25FB-78CAB704FFCC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32DD4F61-442E-465B-36E6-D10004168E7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889C39C7-A5CA-59B5-14AD-B5908024185B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493E152A-E836-A102-2E60-4BEEAE471444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75EB21C7-04AC-3004-7153-A03741B4EAC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4E8779DC-0F4F-0700-6439-599BFC09C89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29F64F95-2302-5856-1B88-FAB2832C0E9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730A1E9F-0ECE-805C-65D6-E295A6321DB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2CB4FC02-EF5F-B1CF-CE18-5D0D1913AFC8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82D01739-3A90-E1CE-FF55-F49D8E7839ED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9A4EC8B5-8B03-9309-6CC6-72C8DD42B76C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5A9E7478-34E8-F1DB-3D6A-877ACA78876E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FB81949F-708D-A83B-0FF9-751C413E111A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21022066-2D70-CCC1-77A9-AB16B0C3A34D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21512ED4-A0DD-7432-3423-2F277CA21B2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50AC475E-BD3F-6320-7C1D-EB898D24D1DE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6CCDDD51-0ABC-8C78-1508-348C743A1900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B9666E1D-B9E9-4770-C68E-D3A4B425134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CE79C9B4-BC1F-C278-D814-6FD7BE71FCF3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CBB5E1F1-B379-F21C-056D-0514BCD89740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C59D3435-B74D-6C9B-9430-9CB1365FF3F1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A42C9407-B6CC-BD96-79A8-143800F457E1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DE0C2094-53FD-C2E0-154C-866E9E162208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56E3F00F-C724-000D-605C-96E542D68FFB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5CAAD99D-9E0A-9037-AAB3-2F3DE8A6E307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6DF133F9-A57C-C3C9-E1D1-068F68492259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0C16E5CD-E34C-7ACC-E4B3-B123BBCC4A09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D075D423-B1C4-4D0E-EFAD-CD7837CD4C6D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593CA98A-6B73-D824-6725-D790AFF2A946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4B69689C-6333-6EFA-F3C4-6601B65E408E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A5730CD8-84FE-2A6C-AA89-0769FE1F1095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56CC7295-E400-B30E-5DF0-6A54FAC7B1DA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0B72A63F-55BE-2421-EB34-5EDE7E4D0128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18BC6858-CCF0-21E2-4568-31DB7BE86781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E5BD6D64-DFFF-C73F-5B0E-BFBAB68544F1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F336205A-E470-96CC-DE6E-89BD34F11D8E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EC3BED08-4F5F-5787-679D-B7AD4F25249E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A524CA2E-BF8C-8071-231B-0C66C8F46C04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9499D61C-666C-8F17-BFCB-A0D333C5BB0A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5C2A33AD-69D2-2F23-360B-4B4999349D3C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39CA408E-C3EC-5D42-B534-8EE81652D9D2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BF4D1F15-1EB8-9D93-94E4-28B3B9AD901B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5C5FCAD-C150-9557-BECF-CAC4A682E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53796A-AF06-CDD0-21A4-4A895876D6A4}"/>
              </a:ext>
            </a:extLst>
          </p:cNvPr>
          <p:cNvSpPr txBox="1"/>
          <p:nvPr/>
        </p:nvSpPr>
        <p:spPr>
          <a:xfrm>
            <a:off x="4637305" y="748356"/>
            <a:ext cx="39178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b="1" dirty="0"/>
              <a:t>IconButton</a:t>
            </a:r>
            <a:r>
              <a:rPr lang="vi-VN" dirty="0"/>
              <a:t> là một button với một biểu tượng (Icon), người dùng có thể click vào nó để thực hiện một hành động.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Flutter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icon </a:t>
            </a:r>
            <a:r>
              <a:rPr lang="en-US" dirty="0" err="1"/>
              <a:t>đẹp</a:t>
            </a:r>
            <a:r>
              <a:rPr lang="en-US" dirty="0"/>
              <a:t>,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dirty="0"/>
              <a:t>IconButton sẽ không bao gồm nội dung văn bản,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vi-VN" dirty="0"/>
              <a:t>TextButton hoặc ElevatedButton</a:t>
            </a:r>
            <a:r>
              <a:rPr lang="en-US" dirty="0"/>
              <a:t> </a:t>
            </a:r>
            <a:r>
              <a:rPr lang="vi-VN" dirty="0"/>
              <a:t>nếu muốn có một button bao gồm biểu tượng và văn bản</a:t>
            </a:r>
            <a:endParaRPr lang="en-US" dirty="0"/>
          </a:p>
          <a:p>
            <a:pPr algn="just"/>
            <a:endParaRPr lang="en-US" dirty="0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A431AA45-DDD9-F7D9-94AC-2511B983D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64" y="774764"/>
            <a:ext cx="4261244" cy="3934490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89239B35-57D0-9362-F9BD-31A0873B3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19" y="3210569"/>
            <a:ext cx="1194037" cy="999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7B6C30A2-05E7-3A18-21AD-F7D60339D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173" y="3210569"/>
            <a:ext cx="1194037" cy="999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028E9C4-6318-F0F8-8E15-EFB68A7F24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9627" y="3210568"/>
            <a:ext cx="1194037" cy="9991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6282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AC0CCEA-0A6B-1161-45B1-95990AE6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7DC371-7C51-E5C0-C6B6-45784EAB822B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Input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E3E411B6-A42E-CD48-4A23-A2FC7A7908A7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6428F322-D243-281C-B3A2-503642BA1FFF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A566F304-4DC1-E85B-623B-8281341E464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0488BF92-3B26-FD8D-B1D0-3EAF38A0E1F7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703EB4C6-9A07-0D5C-2C61-BAC5C7CBEB8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2CA02F25-B7BD-974D-A33B-AC3F6EDC037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4A710079-9A75-1DAE-FE73-0B0EB7452215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674DE3C4-7B4C-A125-FD1E-E7883D59663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332213D8-86EB-6A10-9D28-447E00811495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EEA0AB40-D998-B0B1-343E-4BA2AB137DF1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2A494A0F-C271-72F4-9FC0-516D519E192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1DEC239F-5A37-B197-8C19-05EE62472D3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B520A765-D019-DB7A-34A4-E92CFA99F24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3FBACFC1-EC86-C25E-A2D9-4DD289505A5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C8F7D52D-4FAB-1DE6-BD4F-BEF073EBCE4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DEAFD07E-9764-24D2-C056-4A984E5C303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84CDAC1E-DCE7-FF02-C09D-15F3CDE7C998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098D17D4-C1F0-13C9-537F-FD125A6039B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967FB9DC-6F4B-F74F-8205-1AB3BC073BC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451F1B63-21AD-1519-72DE-C533E5B1CD4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DD958D1D-5299-8043-FCBB-C6BAF321D9C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27B00EC1-1609-B55B-F102-0D4C63B34980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BDAE1E2A-5950-6837-C949-DBDA5271724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E3861680-CA0B-417E-5C36-5F1FA5D816EB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EF1A5E22-CDD9-356F-4E15-6C9D45C9A9B6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75822C11-FE9F-1762-16E1-F44A68260F6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25E650A1-3C82-8019-E39B-7FA9BE21C912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FF15A5D0-BF58-356A-6F4E-427E143758F7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C04452A7-5A1A-7F63-53E1-570037536A7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9970B9F2-44CA-4111-CBE9-C722B087F51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909C72D2-0955-D6C4-E686-0EB68D0968B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AE9E28AD-DF29-3676-DC72-E1DAEECCEC8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BD0CC486-5F6F-5DB5-5707-60B489A0198C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C3787B4D-DBB8-0407-3384-513A9A8A2CB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8275A096-5EA2-6D3C-F696-E78F94BD1DD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103F2FF2-2DC1-E808-7FA1-FB11E44FC61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F060686B-949C-71FF-4A90-E2AE315F5228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CD7EC0B6-61C2-1BDC-6C31-556EF88AA16E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51AD545C-9EB4-692F-C29A-CBCDE210A69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5D38EE7F-DDED-FFD2-38F6-4D6151D3BDD3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B7E4534F-7C19-2D97-B4BC-B2904CE86108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D78BDCED-591D-B241-D6DD-FC52F212D32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8ABE19B8-AAB3-FEA7-8963-B59F0469DED0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3F8EE261-8383-42A3-4B95-D27E8EDF9E36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AA0EC184-16A3-1E3D-BF65-CB368E41039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3C60A386-7CFF-427B-27A6-1D828BE1011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3C3BBAF0-1642-6B78-0FE3-4FDAA7265F9A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9E448660-DC9E-9B9B-FD07-8F9602FCC921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446115D8-E1E7-670C-4DE7-3BCF5DB6FA07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2D7C7D9E-E542-99D0-652C-D12314FDF8FC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3ACFDF4E-2732-C1EE-8438-919AC8B5234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4B2AB35C-FF79-3B8A-5490-9E959DD9BD7A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8FF34EA3-C635-087E-FCEE-93AA8F6FD6C9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AB1D24AF-FEF4-977D-79AC-67A426BB5619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4446B83C-D33D-D771-A2CE-96C01DD89C64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6CC11DE3-2F6A-60A3-ED1B-82A2DE9DD22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892D3D1B-7A21-7F42-4228-68281D819368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02EA43B9-FC20-5BED-2B4A-D1ABC68F26C3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572DDA70-C389-62FA-08D7-5B17C4B98C62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47E02C97-6484-6E00-3B13-DB7CE3F3D87A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5B11E63E-DFDD-82A9-A0AB-2544F6F844D6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B45739A8-C26F-6C7E-4E70-03D33F390F46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4D809E3-5F2E-5075-26F4-B0FF1413142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4DDAE1F6-F02F-78E9-76F7-BF1161F6940E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E253073C-B75B-101D-D5F0-4C3BAE76C95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FE436401-12DA-570B-3D18-5F45F3932241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2052DB67-4987-C142-C4AE-99D07FAC7252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2C2CB8AB-1315-C502-E513-9821B0222D64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A6455342-ECC2-5661-283C-53C03976289B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C085E6CF-6FB6-2FE8-621B-96F533D6475A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D948F2E0-9FA8-2134-7C15-5071EB3BB6B1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DDCC8D1C-479E-6BB6-BBEC-85EE90F554F7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70F7392B-92B8-94BF-09FE-045947348F59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70250842-B094-AA61-F9FD-8FBBB994A0C7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AE4CC2DB-9C4F-E2B4-500A-D7D4B18126A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F7B5FF0C-C46E-8E36-2DD0-8B69BA629883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169B6F83-C26C-6C63-A7B6-A38B8F353C62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ED090F7D-06B7-A519-E489-576E105F8414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6E8F8812-9622-573F-485D-B7307F6EB74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E500E071-B2D9-527C-BF8F-611436E86EB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1BBB888-24D5-9F3F-428F-D1211F75ADF6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D12F2D26-1600-AAFA-3866-D16148934329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14D41298-66E6-6AE4-C0CA-A2D7CA6443B6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60C6F5E0-E1CB-DD0C-C8C1-0541AB0EEB8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16931F53-ED14-4D18-FC13-E44F23F8C38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8E2330A6-4BC6-FF12-AAA1-0AE24AB19A3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191DB012-4650-5292-2735-EE6D0D5BF04C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B11B8E9A-0C48-1C36-492D-35905D728123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D2892592-8456-1EB9-9405-75CB88252D13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E4D97123-3479-E513-5BAC-6EC2C74C84B2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4A21FDBD-2C6A-66A2-2116-513995A83075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B015F450-DBF0-038A-5496-D6F724BC8A21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A9D8DD33-8AED-50A2-0B3D-14EE4694F7B6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1584B795-FEE1-8741-F2FB-30CA0F5501AE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891AC65A-DD55-B5C2-D54A-C27B8FF733D4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33503A77-F8EB-160F-004F-5ACF746662CC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5ED428F7-E158-CF91-2EDF-19153BABC7F3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E546ACE4-8FF3-A57A-65C7-A14FBA6CBD41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8E98C359-7324-0E12-C623-8F0CB4BF82D5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825C2610-D8D1-D02F-54F7-4EC4804DC677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CC9920C9-6AFD-0E41-3E7B-AAA262BBF0D7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1D8F3C6F-A417-A05F-C2D7-56C219660A63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67F3E7BC-F706-5CFC-329F-C464CF096696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E05C36A8-7BA9-4B78-F93C-4CBCC5636866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40B84B0F-CF62-22F2-8666-41801FCA6C46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6606F00A-A06B-39A1-BF5B-3CF1401D7D21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65B94CC5-6F65-9191-3BD7-A4335DE57130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E92960AA-CB05-7E86-3583-DC188D0CFF25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398AD9CD-C45D-D092-A63E-17FB66B26341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1A18E747-FE09-1922-67D0-006AC903D4A2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7F88076-F633-D64A-7B56-6FF12530857A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b="1" dirty="0" err="1"/>
              <a:t>FloatingActionButton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các</a:t>
            </a:r>
            <a:r>
              <a:rPr lang="en-US" sz="2000" b="1" dirty="0"/>
              <a:t> variants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Switch, Checkbox, Radio, Slider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3BB5DC0-D76F-14BF-398F-42775CCE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6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5903B68-B457-D132-70CE-FECE72BB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AD99C3-3522-327F-3E00-CC8AB676948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87DA0225-7D36-0348-BBD5-2897B84F809B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9DB15C78-16FB-AB94-EA13-06BC7655783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E2B1CD3E-9713-556B-9213-EC2CFA30967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C949CD0E-DE65-52B1-97D3-4D11E759B034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07B77A80-068A-A5B7-9EF1-03907EC3CB0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9DAF4B30-3AF4-1C12-84ED-12466A77389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9470E310-A75A-D5BE-95AC-5774CA929319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7992CDDA-07BD-61A9-DEF5-49E4D6F204F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BC438DE0-97AF-7410-C61F-EB7915365E6F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9A445F5E-DCE6-A9CD-E96D-88963F49BF6B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53AA33AF-5910-16F0-112E-36D9504FAFFA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E4403DBF-EF9A-4E3B-C807-6729DA58E26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A66F4F1C-B39B-1DF6-60F3-FFE681C8C6C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CC271564-46A2-5227-36D1-E30B61F257B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103C0002-D3FF-AD18-00EB-AD20A438B88C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02B9C703-502E-B853-2990-04E6091D784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4FAA6329-8393-062D-E179-EEA230DBB4D7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3BBCA29A-45F5-A27F-830E-5EF9377465B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9B96CFEC-53D3-260D-D812-DC38733DB64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E6181FD8-BFCE-B2AD-FE86-39360DAE1F9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8FF182C6-4A38-94F9-5B8C-0029D91D960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0540A1B2-F174-44DF-D153-0C976D9BCB35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C27B54A9-EEA2-1ADB-BB3F-D208713E0BE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DC736852-48E6-089E-7AB8-12E54DE822A4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46104802-2529-95A1-3ECF-D6877F6F668F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E6935011-CDC4-AB83-DF37-78830A3AF6B2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666FF95A-C04B-04C2-63C9-C614A4F81664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F0A385DA-E325-3F84-E5B3-3CFFBD954C07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0B1CAC50-DDB9-59B9-04A5-AC92D9ADBF0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35010A2F-6E86-2F28-E112-9774B84846C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5488149D-A500-3B97-D847-E3028F09437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BFACECEC-FCE3-14C4-9575-5641AD78BA1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90900CFE-02A2-ECB8-80B4-F9B947674420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83917FE6-553F-58C5-FC9B-B846787F680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24D24B93-EDB5-A4AE-2AAA-968C6AE6287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1F99CA9D-F5B5-A231-3348-70AC0C7AE22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59A7AB14-4FB6-ADEA-DD80-CD105CCD18EC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73CBB920-5BC6-53E3-1030-0B2997F664D2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C061E50E-197F-6A8E-91BE-E99004E2A2E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6D0867F5-9BCB-7218-8A80-0CF160FBA5A4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DC93B3DD-D9E5-B7FA-FD7B-C9C9EBAF14B5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F04E84A3-566F-0A7F-3BE9-1FAC40AE3B4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E0E01C39-60B8-3915-C6B7-00A9714F87BE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986A8485-E6AF-992B-2663-5F59F259907A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06B9400D-04A3-7A89-E89D-C1BE73F5760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3321168D-B124-BC18-9704-CD5008D7AAEB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51C49A5E-6FC3-6DEF-500B-8F620A2ED105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67235BC6-8AEE-EF6B-12EF-E05C85CD6C7D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C44222B1-8806-DB28-9285-D2B475D14D6E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816D4470-FA08-9116-2361-0C3A6991596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3DFC17A8-B204-F5EC-0127-17368EEE809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37C78937-C506-C2E0-9A8F-98463A69588B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30A330EE-6C94-5AF0-1BDD-DA102DD7B015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FC42BB1C-4FD8-B674-239A-8C58FD0C24B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73D00A80-4CF6-9A99-2F92-E249B3DE0605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25858FA6-79DA-74B3-CF56-0538A103B38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815B1061-1820-1366-3D36-744920E2954B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63617A3F-99A2-C330-55BF-1773D28D690E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813852DE-5B5D-B4A8-FD24-1F44C8ED4D6C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C9D34B87-394C-F8BD-BC82-F512A357967A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F13BC988-A786-3D9C-D2C2-97D98DA51F0F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846ED380-F2F2-AD80-4561-8DB3F9D443CF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0569FA5-8E2C-D5DB-B426-7CD4C953B3D6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D2DD548C-65A2-30E1-F8E1-65E758A03A19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C801C311-1ADF-9A39-527F-9A7E5EE397F5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37E1A1E2-A788-44EC-0924-9AD80BCF1E6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333270AE-5DF0-1DA9-8CDF-BDEEA5809655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C2CEE62E-05BE-3788-8148-BBBFBBD17D4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FBCE74F5-8520-FF68-69FE-B5AAEC548CC4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FB521FE5-D1A9-05BB-8BDF-CC269CDF3053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9B7B7C95-DD3D-32FA-1D60-3A7E020D6216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34809911-2217-0909-9491-4B79809872D4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BBC1E9B5-C07B-CB89-B758-D52C0414AB30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B55E3E48-9BDA-0872-4A78-833DE972BBB2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173F9B1B-FCF7-2DFB-8C4C-1BCA74F4D1A4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8371F054-B088-C6D4-B3A8-BA77A635C571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A956C2BD-F725-5090-8AF6-477995A97D13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5CA52FBB-77DA-B249-55E8-D5ACC3435FBD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CCCAA085-40D8-2B4D-C1E9-1C10FD793AC8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5875A016-87AB-C84C-C46D-F8E537C3475C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DC2BF444-83F6-80A3-9000-4ED31032C889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E943C738-91E1-A58E-702B-24741B14A648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FFBF33E9-18EE-6841-5E2D-8814223A504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320290E1-07E5-F97E-A57D-93B1708949F7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ADFD5625-D249-2538-E5FF-CA6AE8EA4586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B5E9DDD5-A2AC-AA7D-64AD-F583DE011E9C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AB086681-9F4C-8B73-155D-3E19BC66085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99F8B180-BC1C-BE4F-592B-7DAAA3ECAD92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C30CB04A-6C41-8474-FEBB-FDCF3BDC448A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5BF1B0C0-27E2-E62E-69C0-DBC09052D1D8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00C2BAA6-8BBC-4EA9-715C-9393D0BA30DA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DCD2EB37-11D7-9014-E37C-2119D1816044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ADC527DD-4CFB-071B-CCCC-18626FFBE151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BB042DBF-5222-5B3B-7FE4-8397A9B85269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35CF5F94-3CFE-B16E-D050-D861AE37FD37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95140301-69AF-42C3-E34B-57043923A316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FDE0EE2E-2E41-EB58-9087-1C8B23FB3E7F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3CCBFEF7-F509-102D-3301-0C9F8E8F0BA0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7429620B-EEBB-11D2-E91D-6FCB4F614C19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60883CB4-3762-4335-0550-0DBDADC36529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EF487621-B239-6CDE-FC34-BC7FBFC2A4FE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27E6697E-8A13-4AC3-BE16-AFA4A67DDC00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0D756C10-34B7-471C-D3F7-2C421B68BD20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6BC2FA2D-4B70-E5B2-DD29-8E92314ECF35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2A2C3BEC-D60A-C15C-A861-BB0EE560A2BC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B74C8CFE-4254-10D1-6C9C-1DCFDA887017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911FDBD6-0B28-D889-295D-BA7FD5BDEAE1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1515BFB9-5CEC-E2D5-9D2C-5A33E74026DA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7B6A9DFA-F81A-E603-2FBB-0A46696DD467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27F4C1F0-356B-7B6E-139D-FA17B15A304A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29B7C1C8-A359-11D1-DE0F-CF77E4E0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3BF2A-E42E-0A5B-9C95-1511A0467234}"/>
              </a:ext>
            </a:extLst>
          </p:cNvPr>
          <p:cNvSpPr txBox="1"/>
          <p:nvPr/>
        </p:nvSpPr>
        <p:spPr>
          <a:xfrm>
            <a:off x="609836" y="1351662"/>
            <a:ext cx="5061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FloatingActionButton</a:t>
            </a:r>
            <a:r>
              <a:rPr lang="vi-VN" sz="1800" dirty="0"/>
              <a:t> là một nút biểu tượng hình tròn kích hoạt hành động chính trong ứng dụng.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Nên</a:t>
            </a:r>
            <a:r>
              <a:rPr lang="en-US" sz="1800" dirty="0"/>
              <a:t> s</a:t>
            </a:r>
            <a:r>
              <a:rPr lang="vi-VN" sz="1800" dirty="0"/>
              <a:t>ử dụng tối đa một FloatingActionButton trên mỗi màn hình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FloatingActionButton nên được dùng cho các hành động tích cực, ví dụ như “tạo mới”, “chia sẻ” hoặc “điều hướng”.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60EA3E72-4725-9403-C791-A3FBC7461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763" y="1820939"/>
            <a:ext cx="2214338" cy="17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5921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EAE4943-CCE9-B057-40BC-5A719736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43C639-7B81-7BD3-67D7-2BE8BBBE856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9CF55999-FC0F-E5E0-8947-E87E7917F251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0706136F-9EBC-E84D-7D15-34333CAE1A54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33185A44-60C9-B25F-96DC-22C56BCA7DA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C155FE56-1593-3ACD-1FA0-440C17EC54AB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62E53720-3164-9F20-1349-5D863D3943A6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722F39EB-7097-B4F1-55E4-461036F15391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DEADD27E-64C7-361B-96AF-2526B1DB1A3C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06F0F646-6D1E-FD7D-FB66-615F1018C9E1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13DAD542-09E6-7247-2FE1-99387AE39244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553F2D89-4DEC-91D6-6A9D-3A8CAE2C6DFE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2DD45132-281A-8F10-68CE-9D3D67F0BA07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A2E7AEC7-850B-CB47-EB2A-EFA828C5CF05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FA475850-444B-59A2-506A-22B8BBC196D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5897AD43-5B93-0A63-205E-8641AEB5D5A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852D57F3-78D4-7225-6D1A-09361EDACE4A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1D69FDC1-6D5E-8341-A186-739DB1F13E1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69D12CC2-26AC-EFDA-3CD0-321BAE3593DC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DBDCB369-B110-264C-2032-ACC047A4C052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929BFF4D-A56D-3580-505A-D47390AC819F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D2A3DA64-B497-7058-75B1-72837CDE3798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DF6B714C-D3C0-7856-00A3-56A94640C75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A40121EB-F055-0A65-4EEA-4145C5858890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A0291179-7337-EDAE-E56F-C6B4DCB882F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60C57309-E9FD-6923-0870-4C54578EB835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F4523BEB-1658-6FC1-CE8F-A33F49CBF6C5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1CCDF47E-EEE3-66CB-6B36-1A8F128F33A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CF003150-0616-7CCD-D08D-F2C3E739A88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64CF87FD-4C3A-66F5-529E-7B8BE7B1453E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CDBB58E4-A1D2-D624-A0A3-CE02D174B16D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D1D05397-9266-91D5-A299-40E3899814B6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8450861C-35B0-C654-D660-6EB73510A00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196A47BF-58A7-9C22-D681-9B64385A5BA1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73C54214-7BAF-B373-3B0E-D2D39302D383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38624D5E-FB3B-4122-87C7-6FA610ABF546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9D2CB44F-9128-9FAF-41A5-31A1EC953F8D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EBA68574-FD8A-499E-C00F-81AAD8BFD76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5FD11EDD-948E-54B6-7A44-75D20A628D88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A4E8DACC-C26F-D423-6BC8-74B1A5B19925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DEBDD090-403F-04BD-DA01-295F3A341713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0DC86B19-8329-F733-7E47-279817A64D9B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1F494DFE-C9E9-6B04-23E6-EA18E9306C4D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0477A728-9C64-0F9B-8FDE-247100C377DA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90D9118E-70EF-8C9D-E7AD-75AC74D4EA4D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0DD3C19D-81F9-09DB-031A-33A64D9EA6C8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F3796A46-1FF1-CC7C-221D-FCFAF7EF1F6B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9AE86E99-2880-15CC-CA96-286EA098E929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1B724D24-4DEA-E570-5C2C-A428DA42824D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76CADD84-DEFB-DCD5-45FE-EA1D9EACB198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B4098C67-745B-7C7A-73AF-2989D9CB5845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4951AB68-8EC1-F2E6-6E8C-97631C4DEC69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48042C60-5D01-4F00-0C5D-5460D31A5B2B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51B76AFC-45FB-1288-1431-B2EB799B5C2E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7506ADA5-0012-E5CE-4972-28851DA5656D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44E3FAF9-9519-E6A7-791C-F7C0FCE75F45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80B67A1C-BC84-CF9E-ADC4-AD370A662B39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2E51356E-486C-DCCD-32BB-02BBC9A0ABCA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F5DBAF32-6359-70E3-FD5F-19E91390D591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B718CF31-6EBD-296C-3303-D81DA04E1E10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6D5BB77D-6317-A770-E777-FBB77AE054D2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CDC1796-3419-8B58-6242-AC010126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6C202E-5683-E72F-9DC4-EBBD005151C8}"/>
              </a:ext>
            </a:extLst>
          </p:cNvPr>
          <p:cNvSpPr txBox="1"/>
          <p:nvPr/>
        </p:nvSpPr>
        <p:spPr>
          <a:xfrm>
            <a:off x="742524" y="1065692"/>
            <a:ext cx="7139429" cy="392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Các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(variants)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FloatingActionButton</a:t>
            </a:r>
            <a:r>
              <a:rPr lang="en-US" sz="1800" dirty="0"/>
              <a:t>: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FloatingActionButton.small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():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kích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/>
              <a:t> </a:t>
            </a:r>
            <a:r>
              <a:rPr lang="en-US" sz="1800" dirty="0" err="1"/>
              <a:t>Phù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</a:t>
            </a:r>
            <a:r>
              <a:rPr lang="en-US" sz="1800" dirty="0" err="1"/>
              <a:t>phụ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ít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a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FloatingActionButton.large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kích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/>
              <a:t>Phù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mạnh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FloatingActionButton.extended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văn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cùng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nhau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 err="1"/>
              <a:t>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tả</a:t>
            </a:r>
            <a:r>
              <a:rPr lang="en-US" sz="1800" dirty="0"/>
              <a:t> </a:t>
            </a:r>
            <a:r>
              <a:rPr lang="en-US" sz="1800" dirty="0" err="1"/>
              <a:t>rõ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.</a:t>
            </a:r>
            <a:endParaRPr lang="en-US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800" dirty="0"/>
          </a:p>
        </p:txBody>
      </p:sp>
      <p:grpSp>
        <p:nvGrpSpPr>
          <p:cNvPr id="118" name="Google Shape;9222;p75">
            <a:extLst>
              <a:ext uri="{FF2B5EF4-FFF2-40B4-BE49-F238E27FC236}">
                <a16:creationId xmlns:a16="http://schemas.microsoft.com/office/drawing/2014/main" id="{BCA1973C-03ED-DACE-E922-75244C59F610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19" name="Google Shape;9223;p75">
              <a:extLst>
                <a:ext uri="{FF2B5EF4-FFF2-40B4-BE49-F238E27FC236}">
                  <a16:creationId xmlns:a16="http://schemas.microsoft.com/office/drawing/2014/main" id="{1311BBC9-66D4-2491-704E-A2A089080A95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4" name="Google Shape;9224;p75">
                <a:extLst>
                  <a:ext uri="{FF2B5EF4-FFF2-40B4-BE49-F238E27FC236}">
                    <a16:creationId xmlns:a16="http://schemas.microsoft.com/office/drawing/2014/main" id="{D66842AC-7E64-C4C0-CCFE-C70B930608F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9225;p75">
                <a:extLst>
                  <a:ext uri="{FF2B5EF4-FFF2-40B4-BE49-F238E27FC236}">
                    <a16:creationId xmlns:a16="http://schemas.microsoft.com/office/drawing/2014/main" id="{22ADF331-2667-2E3E-04A8-88E33666E47B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9226;p75">
                <a:extLst>
                  <a:ext uri="{FF2B5EF4-FFF2-40B4-BE49-F238E27FC236}">
                    <a16:creationId xmlns:a16="http://schemas.microsoft.com/office/drawing/2014/main" id="{7F219B75-76A2-19E2-0D04-9C84E8A31AA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9227;p75">
                <a:extLst>
                  <a:ext uri="{FF2B5EF4-FFF2-40B4-BE49-F238E27FC236}">
                    <a16:creationId xmlns:a16="http://schemas.microsoft.com/office/drawing/2014/main" id="{69786A2D-B226-9B5A-D9F2-732E473E047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9228;p75">
                <a:extLst>
                  <a:ext uri="{FF2B5EF4-FFF2-40B4-BE49-F238E27FC236}">
                    <a16:creationId xmlns:a16="http://schemas.microsoft.com/office/drawing/2014/main" id="{D3304FD3-1C38-461C-4377-19CC2D41A2CB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9229;p75">
                <a:extLst>
                  <a:ext uri="{FF2B5EF4-FFF2-40B4-BE49-F238E27FC236}">
                    <a16:creationId xmlns:a16="http://schemas.microsoft.com/office/drawing/2014/main" id="{32C19FD5-4BA5-9DC9-233A-9AD60C1945A2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9230;p75">
                <a:extLst>
                  <a:ext uri="{FF2B5EF4-FFF2-40B4-BE49-F238E27FC236}">
                    <a16:creationId xmlns:a16="http://schemas.microsoft.com/office/drawing/2014/main" id="{C0AE8A67-D577-318B-CD15-A8C11B65DBA1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9231;p75">
                <a:extLst>
                  <a:ext uri="{FF2B5EF4-FFF2-40B4-BE49-F238E27FC236}">
                    <a16:creationId xmlns:a16="http://schemas.microsoft.com/office/drawing/2014/main" id="{A9F51C0F-8149-D1F9-C496-0E9BC77F459C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9232;p75">
                <a:extLst>
                  <a:ext uri="{FF2B5EF4-FFF2-40B4-BE49-F238E27FC236}">
                    <a16:creationId xmlns:a16="http://schemas.microsoft.com/office/drawing/2014/main" id="{70D08F3F-E2AF-AC30-528F-17E7529C0E05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9233;p75">
                <a:extLst>
                  <a:ext uri="{FF2B5EF4-FFF2-40B4-BE49-F238E27FC236}">
                    <a16:creationId xmlns:a16="http://schemas.microsoft.com/office/drawing/2014/main" id="{A3CFC7EF-C279-9A8B-A591-4C08D366FF6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9234;p75">
                <a:extLst>
                  <a:ext uri="{FF2B5EF4-FFF2-40B4-BE49-F238E27FC236}">
                    <a16:creationId xmlns:a16="http://schemas.microsoft.com/office/drawing/2014/main" id="{4DC7B0D9-7ABD-4B6C-9FFE-19404B258B3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9235;p75">
                <a:extLst>
                  <a:ext uri="{FF2B5EF4-FFF2-40B4-BE49-F238E27FC236}">
                    <a16:creationId xmlns:a16="http://schemas.microsoft.com/office/drawing/2014/main" id="{312661D8-9067-3B1C-F76A-A27B9CFFF09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9236;p75">
                <a:extLst>
                  <a:ext uri="{FF2B5EF4-FFF2-40B4-BE49-F238E27FC236}">
                    <a16:creationId xmlns:a16="http://schemas.microsoft.com/office/drawing/2014/main" id="{3FEE73C0-514A-AFCF-34C0-9A2E6AAB657C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9237;p75">
                <a:extLst>
                  <a:ext uri="{FF2B5EF4-FFF2-40B4-BE49-F238E27FC236}">
                    <a16:creationId xmlns:a16="http://schemas.microsoft.com/office/drawing/2014/main" id="{3D09B4EF-9F8D-F317-54C7-B85B410A8F6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9238;p75">
                <a:extLst>
                  <a:ext uri="{FF2B5EF4-FFF2-40B4-BE49-F238E27FC236}">
                    <a16:creationId xmlns:a16="http://schemas.microsoft.com/office/drawing/2014/main" id="{5C7016DF-0E8A-3B23-6EF6-8D9F1654C959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9239;p75">
                <a:extLst>
                  <a:ext uri="{FF2B5EF4-FFF2-40B4-BE49-F238E27FC236}">
                    <a16:creationId xmlns:a16="http://schemas.microsoft.com/office/drawing/2014/main" id="{A2FF73D4-1EAD-182C-70AE-63FB5C1373B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9240;p75">
                <a:extLst>
                  <a:ext uri="{FF2B5EF4-FFF2-40B4-BE49-F238E27FC236}">
                    <a16:creationId xmlns:a16="http://schemas.microsoft.com/office/drawing/2014/main" id="{3D2A82F8-242D-F2E6-57E5-22EEF4541260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9241;p75">
                <a:extLst>
                  <a:ext uri="{FF2B5EF4-FFF2-40B4-BE49-F238E27FC236}">
                    <a16:creationId xmlns:a16="http://schemas.microsoft.com/office/drawing/2014/main" id="{B713C1C2-F161-2A69-74EE-3D60BDEB6E1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9242;p75">
                <a:extLst>
                  <a:ext uri="{FF2B5EF4-FFF2-40B4-BE49-F238E27FC236}">
                    <a16:creationId xmlns:a16="http://schemas.microsoft.com/office/drawing/2014/main" id="{454A9EE4-E5E8-D0B4-F2AE-B4C6E08514F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9243;p75">
                <a:extLst>
                  <a:ext uri="{FF2B5EF4-FFF2-40B4-BE49-F238E27FC236}">
                    <a16:creationId xmlns:a16="http://schemas.microsoft.com/office/drawing/2014/main" id="{C2714E0D-32F4-DC47-324E-8AB50CECB05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9244;p75">
                <a:extLst>
                  <a:ext uri="{FF2B5EF4-FFF2-40B4-BE49-F238E27FC236}">
                    <a16:creationId xmlns:a16="http://schemas.microsoft.com/office/drawing/2014/main" id="{D1FB12D8-2359-FA5F-705E-D605642041A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9245;p75">
                <a:extLst>
                  <a:ext uri="{FF2B5EF4-FFF2-40B4-BE49-F238E27FC236}">
                    <a16:creationId xmlns:a16="http://schemas.microsoft.com/office/drawing/2014/main" id="{16BE6C7A-E7C7-889F-2564-6C89E4A84EC8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9246;p75">
                <a:extLst>
                  <a:ext uri="{FF2B5EF4-FFF2-40B4-BE49-F238E27FC236}">
                    <a16:creationId xmlns:a16="http://schemas.microsoft.com/office/drawing/2014/main" id="{C1E1BF88-D108-2943-6887-A67BFCBFDC0E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9247;p75">
                <a:extLst>
                  <a:ext uri="{FF2B5EF4-FFF2-40B4-BE49-F238E27FC236}">
                    <a16:creationId xmlns:a16="http://schemas.microsoft.com/office/drawing/2014/main" id="{A42E1EAB-5212-5F2E-98AF-37F8078F7D0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9248;p75">
                <a:extLst>
                  <a:ext uri="{FF2B5EF4-FFF2-40B4-BE49-F238E27FC236}">
                    <a16:creationId xmlns:a16="http://schemas.microsoft.com/office/drawing/2014/main" id="{16542CDF-ED7F-9B27-B0FC-0DF8CE6A6AE1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9249;p75">
                <a:extLst>
                  <a:ext uri="{FF2B5EF4-FFF2-40B4-BE49-F238E27FC236}">
                    <a16:creationId xmlns:a16="http://schemas.microsoft.com/office/drawing/2014/main" id="{E3D86875-A962-43C6-C5EF-3E948FD6017E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9250;p75">
                <a:extLst>
                  <a:ext uri="{FF2B5EF4-FFF2-40B4-BE49-F238E27FC236}">
                    <a16:creationId xmlns:a16="http://schemas.microsoft.com/office/drawing/2014/main" id="{89D64438-8317-26C2-38E5-7284928505C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9251;p75">
                <a:extLst>
                  <a:ext uri="{FF2B5EF4-FFF2-40B4-BE49-F238E27FC236}">
                    <a16:creationId xmlns:a16="http://schemas.microsoft.com/office/drawing/2014/main" id="{28A8F184-30C8-D9E0-7FF8-E5DEFBAD61D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9252;p75">
                <a:extLst>
                  <a:ext uri="{FF2B5EF4-FFF2-40B4-BE49-F238E27FC236}">
                    <a16:creationId xmlns:a16="http://schemas.microsoft.com/office/drawing/2014/main" id="{0713BD7B-7009-B1B1-E2CE-1432B79DD69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9253;p75">
                <a:extLst>
                  <a:ext uri="{FF2B5EF4-FFF2-40B4-BE49-F238E27FC236}">
                    <a16:creationId xmlns:a16="http://schemas.microsoft.com/office/drawing/2014/main" id="{03A00009-E750-51BF-3920-3FD582A1DFE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9254;p75">
                <a:extLst>
                  <a:ext uri="{FF2B5EF4-FFF2-40B4-BE49-F238E27FC236}">
                    <a16:creationId xmlns:a16="http://schemas.microsoft.com/office/drawing/2014/main" id="{BC40EE42-9B4D-99DA-E9E9-65FB49D295F2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9255;p75">
                <a:extLst>
                  <a:ext uri="{FF2B5EF4-FFF2-40B4-BE49-F238E27FC236}">
                    <a16:creationId xmlns:a16="http://schemas.microsoft.com/office/drawing/2014/main" id="{491031BD-5BA7-799E-0165-054AEE2DE93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9256;p75">
                <a:extLst>
                  <a:ext uri="{FF2B5EF4-FFF2-40B4-BE49-F238E27FC236}">
                    <a16:creationId xmlns:a16="http://schemas.microsoft.com/office/drawing/2014/main" id="{8AD4B6E0-717E-4C93-FD83-DF8646A1501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9257;p75">
                <a:extLst>
                  <a:ext uri="{FF2B5EF4-FFF2-40B4-BE49-F238E27FC236}">
                    <a16:creationId xmlns:a16="http://schemas.microsoft.com/office/drawing/2014/main" id="{F9F30FA7-14D4-A27A-B894-87E303246CA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9258;p75">
                <a:extLst>
                  <a:ext uri="{FF2B5EF4-FFF2-40B4-BE49-F238E27FC236}">
                    <a16:creationId xmlns:a16="http://schemas.microsoft.com/office/drawing/2014/main" id="{0AE7207A-147C-7D1A-8F2B-053B6654460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9259;p75">
                <a:extLst>
                  <a:ext uri="{FF2B5EF4-FFF2-40B4-BE49-F238E27FC236}">
                    <a16:creationId xmlns:a16="http://schemas.microsoft.com/office/drawing/2014/main" id="{7868AC24-0A78-2911-5648-5BE66D8398A2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9260;p75">
                <a:extLst>
                  <a:ext uri="{FF2B5EF4-FFF2-40B4-BE49-F238E27FC236}">
                    <a16:creationId xmlns:a16="http://schemas.microsoft.com/office/drawing/2014/main" id="{67878856-02EB-79AF-735F-0B40CB11C8E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9261;p75">
                <a:extLst>
                  <a:ext uri="{FF2B5EF4-FFF2-40B4-BE49-F238E27FC236}">
                    <a16:creationId xmlns:a16="http://schemas.microsoft.com/office/drawing/2014/main" id="{461C1D36-ACA2-5AF9-28F3-C47B1D175EC4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9262;p75">
                <a:extLst>
                  <a:ext uri="{FF2B5EF4-FFF2-40B4-BE49-F238E27FC236}">
                    <a16:creationId xmlns:a16="http://schemas.microsoft.com/office/drawing/2014/main" id="{FB181C46-91CB-B804-E58C-6D29478EA5B3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9263;p75">
                <a:extLst>
                  <a:ext uri="{FF2B5EF4-FFF2-40B4-BE49-F238E27FC236}">
                    <a16:creationId xmlns:a16="http://schemas.microsoft.com/office/drawing/2014/main" id="{7F799260-6634-55DA-C835-8F10F3CA883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9264;p75">
                <a:extLst>
                  <a:ext uri="{FF2B5EF4-FFF2-40B4-BE49-F238E27FC236}">
                    <a16:creationId xmlns:a16="http://schemas.microsoft.com/office/drawing/2014/main" id="{1681B8D0-8387-4527-464B-426A6A428D5D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9265;p75">
                <a:extLst>
                  <a:ext uri="{FF2B5EF4-FFF2-40B4-BE49-F238E27FC236}">
                    <a16:creationId xmlns:a16="http://schemas.microsoft.com/office/drawing/2014/main" id="{970A18C1-EB49-19D9-44A2-ABCEA7D21AE1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9266;p75">
                <a:extLst>
                  <a:ext uri="{FF2B5EF4-FFF2-40B4-BE49-F238E27FC236}">
                    <a16:creationId xmlns:a16="http://schemas.microsoft.com/office/drawing/2014/main" id="{A0F80D74-DEA5-2EC2-3437-1381BFCBD4D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9267;p75">
                <a:extLst>
                  <a:ext uri="{FF2B5EF4-FFF2-40B4-BE49-F238E27FC236}">
                    <a16:creationId xmlns:a16="http://schemas.microsoft.com/office/drawing/2014/main" id="{CBE0D3EF-310D-DEFA-2D71-B6E252A2B941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9268;p75">
                <a:extLst>
                  <a:ext uri="{FF2B5EF4-FFF2-40B4-BE49-F238E27FC236}">
                    <a16:creationId xmlns:a16="http://schemas.microsoft.com/office/drawing/2014/main" id="{11E0ADE2-26CE-26B2-9DD6-536BC2E2A143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" name="Google Shape;9269;p75">
              <a:extLst>
                <a:ext uri="{FF2B5EF4-FFF2-40B4-BE49-F238E27FC236}">
                  <a16:creationId xmlns:a16="http://schemas.microsoft.com/office/drawing/2014/main" id="{D5EECBB5-F638-F824-6556-A63D9E6FC0B7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" name="Google Shape;9270;p75">
              <a:extLst>
                <a:ext uri="{FF2B5EF4-FFF2-40B4-BE49-F238E27FC236}">
                  <a16:creationId xmlns:a16="http://schemas.microsoft.com/office/drawing/2014/main" id="{F3869553-1B1E-78F6-A1F9-72847733D51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22" name="Google Shape;9271;p75">
                <a:extLst>
                  <a:ext uri="{FF2B5EF4-FFF2-40B4-BE49-F238E27FC236}">
                    <a16:creationId xmlns:a16="http://schemas.microsoft.com/office/drawing/2014/main" id="{ED2F4DD2-DC88-313C-9F7B-A4D0FEE7831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9272;p75">
                <a:extLst>
                  <a:ext uri="{FF2B5EF4-FFF2-40B4-BE49-F238E27FC236}">
                    <a16:creationId xmlns:a16="http://schemas.microsoft.com/office/drawing/2014/main" id="{BC597469-B140-7DCB-D65E-4A83B9B0783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393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E6BBBB1-10D6-A05F-977A-2A6381463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2FB66B-F6C1-868B-F455-7D416B11A5BA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42BD128A-02B8-EAA3-563C-F96EBE6D37A9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EBDAABA6-35F2-5ACC-89E9-9D7E18D0A6F4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3DECC13D-FA15-68EF-7274-BDB4DBA9159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EC3CFB18-C0B6-EFA4-6EFD-CD3A3D42F382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52C3A39E-6736-8B4D-9E35-2BD8023FC9BC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E1C30305-4C6B-CA05-96DB-ADAE4D2495AB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4E05F482-829A-013A-EC91-F817FC021154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6E905FBB-2EF7-797A-4953-AA78A57C7561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524F986F-BCE4-6BC1-7014-DFFCF1894D24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CDBD2957-8EE5-9533-D451-AB2FE79E7D0E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086E8013-03D7-5875-0A13-6153D4A2BBF8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38F4160-6E74-2BFE-6FDE-210F94B059FA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D390789C-80C4-CA5C-1650-C2F11E5D533E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C38DA0EC-9E44-A068-631D-FDA7BFE999A6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D754FA98-158D-7DA5-E046-865035751A9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F4766476-4D71-E8BF-EF39-DF82D4B09472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FC048039-2C2C-1961-CD4D-BECFEBD36C6E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939975ED-26B0-E00C-C1A3-DDB6EF0F72D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9FC02F85-6D41-77D7-1FF1-28774E2885A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6BC3D99A-FBD9-6E62-FFF1-FACA314DB1D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F37A37F2-7A65-EC04-C2BF-3D22E6503AAC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E535B6DE-F686-7D8C-7891-5D492767D38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EC1C9748-3D97-D098-C1E7-4FC98AFA6E78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17539E3C-6D1B-BCE2-5E16-047828FDD2A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E86994A2-A68F-B91F-51EA-D00C357B86D2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9E8C676A-9241-3063-3822-92CEFA94859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83B8D536-B2E7-D416-6C31-2C5D619B555C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1E43B238-AC10-6FE6-286B-191CAE18C6CC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BA2A3197-C6DC-2A16-ED09-269B3BB0BC83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3AF6289E-10C3-0AC3-951F-7A9E11A7D3D1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F4A4B4F5-F398-CBA7-0371-0AC894610F14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76974B4B-5656-747C-5686-28A3A673296B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4A326B73-EB0D-8747-035C-AA5016BB053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283FB508-EC75-8A4C-5E15-D4C21E6129C0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F3B6A169-F8C4-6A3C-30E3-8CD025E7C268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69225B9B-6665-2758-2D68-8845AEC15EAC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6C0BD922-BBD1-9638-7993-1F964736FA39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9BB5B96E-1270-008B-5A32-BC5D78CC6E72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CB5F4ECE-B0D9-A181-6ED6-D0CC01283554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0D6C48BC-3C67-1D1E-73E0-FCE77E0DF58D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D1B0615C-3263-D658-1D01-2B06BA2B3C12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3F15BBF3-F388-DAF8-9F0C-70517F6E5853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06FF5260-3878-A3D0-0DB9-D897A0FA55DF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2C5959AE-B279-E8BA-204B-6596B454CE2A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0FD5A51B-8488-69B9-B9D5-49C4A6DCE078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A034B88A-3E93-0D17-2537-13A8B5653D34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D5796267-EE69-1F49-C720-3083C23F611E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6A91A762-CE06-AD33-18A3-C9FD149B7B3B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8D630462-4012-7AA6-700D-E3E487AED322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E3324B6D-44EA-A8BF-8E36-E5866BE1BC0E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951B3AD6-A4E3-E4C1-0D52-26B1EBCFA7F2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C3B0FD2C-EB4D-1627-1669-3BFF5488FF09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6F3B480A-08F0-51A4-208B-ABC174989CBB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534EE791-3683-3A5B-8F33-DB656262508C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DFBFBCF4-68D7-6D8B-38CF-608A09711F7D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049E73EE-833D-B1AE-7685-302151F00A29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5F3E0B97-68E4-4DE0-ADC5-98133EBA6DBA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C8C274DC-2225-C9F2-75DA-B0EBA5A6E0FA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C43CE1B1-E653-F8A6-D8B3-23F19DFC04C5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421A5CA-2186-2EA4-AA1A-49F7816F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972BB14B-F995-B8EA-C4AD-BB29F5633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28" y="567940"/>
            <a:ext cx="3040360" cy="4452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A4C6D-6E60-A37E-30DE-04D060374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912" y="567940"/>
            <a:ext cx="3040362" cy="4452886"/>
          </a:xfrm>
          <a:prstGeom prst="rect">
            <a:avLst/>
          </a:prstGeom>
        </p:spPr>
      </p:pic>
      <p:grpSp>
        <p:nvGrpSpPr>
          <p:cNvPr id="10" name="Google Shape;9222;p75">
            <a:extLst>
              <a:ext uri="{FF2B5EF4-FFF2-40B4-BE49-F238E27FC236}">
                <a16:creationId xmlns:a16="http://schemas.microsoft.com/office/drawing/2014/main" id="{42F35F07-99C0-FA2E-0D4F-155E97202E4D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1" name="Google Shape;9223;p75">
              <a:extLst>
                <a:ext uri="{FF2B5EF4-FFF2-40B4-BE49-F238E27FC236}">
                  <a16:creationId xmlns:a16="http://schemas.microsoft.com/office/drawing/2014/main" id="{91F8113D-FA02-5406-FF21-F179C0CE409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6" name="Google Shape;9224;p75">
                <a:extLst>
                  <a:ext uri="{FF2B5EF4-FFF2-40B4-BE49-F238E27FC236}">
                    <a16:creationId xmlns:a16="http://schemas.microsoft.com/office/drawing/2014/main" id="{DFF64E0E-F0D7-577D-CA8B-2D3EFED1CB5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5;p75">
                <a:extLst>
                  <a:ext uri="{FF2B5EF4-FFF2-40B4-BE49-F238E27FC236}">
                    <a16:creationId xmlns:a16="http://schemas.microsoft.com/office/drawing/2014/main" id="{0E8A624E-98C5-3BCC-E987-81722B3B800E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6;p75">
                <a:extLst>
                  <a:ext uri="{FF2B5EF4-FFF2-40B4-BE49-F238E27FC236}">
                    <a16:creationId xmlns:a16="http://schemas.microsoft.com/office/drawing/2014/main" id="{23CC30E1-2682-6534-CEBD-6647942287E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7;p75">
                <a:extLst>
                  <a:ext uri="{FF2B5EF4-FFF2-40B4-BE49-F238E27FC236}">
                    <a16:creationId xmlns:a16="http://schemas.microsoft.com/office/drawing/2014/main" id="{351404A9-585B-F15A-2A7F-5CF5D6FD19D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8;p75">
                <a:extLst>
                  <a:ext uri="{FF2B5EF4-FFF2-40B4-BE49-F238E27FC236}">
                    <a16:creationId xmlns:a16="http://schemas.microsoft.com/office/drawing/2014/main" id="{C69C534C-2EDF-B448-1992-04429349A73C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9;p75">
                <a:extLst>
                  <a:ext uri="{FF2B5EF4-FFF2-40B4-BE49-F238E27FC236}">
                    <a16:creationId xmlns:a16="http://schemas.microsoft.com/office/drawing/2014/main" id="{6FDBD42B-E111-7FF8-A584-2D0CAEA1777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0;p75">
                <a:extLst>
                  <a:ext uri="{FF2B5EF4-FFF2-40B4-BE49-F238E27FC236}">
                    <a16:creationId xmlns:a16="http://schemas.microsoft.com/office/drawing/2014/main" id="{2E73965A-3CF3-7B43-9D5F-FAD1B0821E0B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1;p75">
                <a:extLst>
                  <a:ext uri="{FF2B5EF4-FFF2-40B4-BE49-F238E27FC236}">
                    <a16:creationId xmlns:a16="http://schemas.microsoft.com/office/drawing/2014/main" id="{3FB5F0D3-E942-F238-1C24-CAB374A4EC3B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2;p75">
                <a:extLst>
                  <a:ext uri="{FF2B5EF4-FFF2-40B4-BE49-F238E27FC236}">
                    <a16:creationId xmlns:a16="http://schemas.microsoft.com/office/drawing/2014/main" id="{BC91BA8F-86AC-59A5-7A94-4DFC4F4A16D6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3;p75">
                <a:extLst>
                  <a:ext uri="{FF2B5EF4-FFF2-40B4-BE49-F238E27FC236}">
                    <a16:creationId xmlns:a16="http://schemas.microsoft.com/office/drawing/2014/main" id="{D2FB38B7-9552-AF83-ED64-934811C872E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4;p75">
                <a:extLst>
                  <a:ext uri="{FF2B5EF4-FFF2-40B4-BE49-F238E27FC236}">
                    <a16:creationId xmlns:a16="http://schemas.microsoft.com/office/drawing/2014/main" id="{19EF4644-7C22-3676-AFA9-012D570ABD1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5;p75">
                <a:extLst>
                  <a:ext uri="{FF2B5EF4-FFF2-40B4-BE49-F238E27FC236}">
                    <a16:creationId xmlns:a16="http://schemas.microsoft.com/office/drawing/2014/main" id="{9265B50B-98CB-BAE5-5763-FD3A530D735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6;p75">
                <a:extLst>
                  <a:ext uri="{FF2B5EF4-FFF2-40B4-BE49-F238E27FC236}">
                    <a16:creationId xmlns:a16="http://schemas.microsoft.com/office/drawing/2014/main" id="{C20E9FD6-5462-784B-E7AA-20C83D5ED6A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7;p75">
                <a:extLst>
                  <a:ext uri="{FF2B5EF4-FFF2-40B4-BE49-F238E27FC236}">
                    <a16:creationId xmlns:a16="http://schemas.microsoft.com/office/drawing/2014/main" id="{D3A866B6-80FA-1196-1212-83EB3B6E3CE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8;p75">
                <a:extLst>
                  <a:ext uri="{FF2B5EF4-FFF2-40B4-BE49-F238E27FC236}">
                    <a16:creationId xmlns:a16="http://schemas.microsoft.com/office/drawing/2014/main" id="{41731EC6-6BAA-A064-9D65-AF8AA2360762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9;p75">
                <a:extLst>
                  <a:ext uri="{FF2B5EF4-FFF2-40B4-BE49-F238E27FC236}">
                    <a16:creationId xmlns:a16="http://schemas.microsoft.com/office/drawing/2014/main" id="{E2FF44A1-23E2-C8AD-6481-FAC6C9A4914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0;p75">
                <a:extLst>
                  <a:ext uri="{FF2B5EF4-FFF2-40B4-BE49-F238E27FC236}">
                    <a16:creationId xmlns:a16="http://schemas.microsoft.com/office/drawing/2014/main" id="{8F769EAB-9376-AC08-9911-8AE729F66A2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1;p75">
                <a:extLst>
                  <a:ext uri="{FF2B5EF4-FFF2-40B4-BE49-F238E27FC236}">
                    <a16:creationId xmlns:a16="http://schemas.microsoft.com/office/drawing/2014/main" id="{544BD8E3-D38E-D3AD-A295-AC3CDC9F71C2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2;p75">
                <a:extLst>
                  <a:ext uri="{FF2B5EF4-FFF2-40B4-BE49-F238E27FC236}">
                    <a16:creationId xmlns:a16="http://schemas.microsoft.com/office/drawing/2014/main" id="{580D897E-ED12-2A5E-C556-7141176E364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3;p75">
                <a:extLst>
                  <a:ext uri="{FF2B5EF4-FFF2-40B4-BE49-F238E27FC236}">
                    <a16:creationId xmlns:a16="http://schemas.microsoft.com/office/drawing/2014/main" id="{A44E6589-CE1E-42B4-4BFF-8432F89EC578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4;p75">
                <a:extLst>
                  <a:ext uri="{FF2B5EF4-FFF2-40B4-BE49-F238E27FC236}">
                    <a16:creationId xmlns:a16="http://schemas.microsoft.com/office/drawing/2014/main" id="{ADB2BCFC-37E1-8D7C-8EBB-62039440B60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5;p75">
                <a:extLst>
                  <a:ext uri="{FF2B5EF4-FFF2-40B4-BE49-F238E27FC236}">
                    <a16:creationId xmlns:a16="http://schemas.microsoft.com/office/drawing/2014/main" id="{D4479D2E-147A-86AF-9709-DB4744085AF0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6;p75">
                <a:extLst>
                  <a:ext uri="{FF2B5EF4-FFF2-40B4-BE49-F238E27FC236}">
                    <a16:creationId xmlns:a16="http://schemas.microsoft.com/office/drawing/2014/main" id="{489DAA3C-15F8-44CD-3593-8B66C9DBD705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7;p75">
                <a:extLst>
                  <a:ext uri="{FF2B5EF4-FFF2-40B4-BE49-F238E27FC236}">
                    <a16:creationId xmlns:a16="http://schemas.microsoft.com/office/drawing/2014/main" id="{29355697-859B-633B-9378-5C6B0EA1325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8;p75">
                <a:extLst>
                  <a:ext uri="{FF2B5EF4-FFF2-40B4-BE49-F238E27FC236}">
                    <a16:creationId xmlns:a16="http://schemas.microsoft.com/office/drawing/2014/main" id="{6BE7FCDF-EDDB-DCF5-CF31-C665E91F2E7C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9;p75">
                <a:extLst>
                  <a:ext uri="{FF2B5EF4-FFF2-40B4-BE49-F238E27FC236}">
                    <a16:creationId xmlns:a16="http://schemas.microsoft.com/office/drawing/2014/main" id="{81830506-8A9F-5924-2220-C52EF2D4E274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0;p75">
                <a:extLst>
                  <a:ext uri="{FF2B5EF4-FFF2-40B4-BE49-F238E27FC236}">
                    <a16:creationId xmlns:a16="http://schemas.microsoft.com/office/drawing/2014/main" id="{5CA3A463-CB1A-DBF8-BDEB-4AF7E80C795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1;p75">
                <a:extLst>
                  <a:ext uri="{FF2B5EF4-FFF2-40B4-BE49-F238E27FC236}">
                    <a16:creationId xmlns:a16="http://schemas.microsoft.com/office/drawing/2014/main" id="{4F2AA822-79BD-ED65-F47B-98E956F1BF4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2;p75">
                <a:extLst>
                  <a:ext uri="{FF2B5EF4-FFF2-40B4-BE49-F238E27FC236}">
                    <a16:creationId xmlns:a16="http://schemas.microsoft.com/office/drawing/2014/main" id="{D0BADB33-B60D-6587-D27E-34557E7F18A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3;p75">
                <a:extLst>
                  <a:ext uri="{FF2B5EF4-FFF2-40B4-BE49-F238E27FC236}">
                    <a16:creationId xmlns:a16="http://schemas.microsoft.com/office/drawing/2014/main" id="{4EAEBF12-3154-3854-55CC-B6EEFBCB679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4;p75">
                <a:extLst>
                  <a:ext uri="{FF2B5EF4-FFF2-40B4-BE49-F238E27FC236}">
                    <a16:creationId xmlns:a16="http://schemas.microsoft.com/office/drawing/2014/main" id="{EF2C7A15-37E2-0E87-61F9-716B4E29F10D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5;p75">
                <a:extLst>
                  <a:ext uri="{FF2B5EF4-FFF2-40B4-BE49-F238E27FC236}">
                    <a16:creationId xmlns:a16="http://schemas.microsoft.com/office/drawing/2014/main" id="{2F25091D-6F45-03F3-FDB0-456065E854F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6;p75">
                <a:extLst>
                  <a:ext uri="{FF2B5EF4-FFF2-40B4-BE49-F238E27FC236}">
                    <a16:creationId xmlns:a16="http://schemas.microsoft.com/office/drawing/2014/main" id="{2FB2AD2E-E59A-9573-78F2-1B7DD3A42AB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7;p75">
                <a:extLst>
                  <a:ext uri="{FF2B5EF4-FFF2-40B4-BE49-F238E27FC236}">
                    <a16:creationId xmlns:a16="http://schemas.microsoft.com/office/drawing/2014/main" id="{6E7389BB-DCAE-E1CF-8942-58FB8CD1A5E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8;p75">
                <a:extLst>
                  <a:ext uri="{FF2B5EF4-FFF2-40B4-BE49-F238E27FC236}">
                    <a16:creationId xmlns:a16="http://schemas.microsoft.com/office/drawing/2014/main" id="{27A24DB3-5877-D061-610A-A1F5CD60EC63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9;p75">
                <a:extLst>
                  <a:ext uri="{FF2B5EF4-FFF2-40B4-BE49-F238E27FC236}">
                    <a16:creationId xmlns:a16="http://schemas.microsoft.com/office/drawing/2014/main" id="{C52F7A9A-70DE-F0EC-EAE4-A92D73945FEB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0;p75">
                <a:extLst>
                  <a:ext uri="{FF2B5EF4-FFF2-40B4-BE49-F238E27FC236}">
                    <a16:creationId xmlns:a16="http://schemas.microsoft.com/office/drawing/2014/main" id="{63E91A34-B65F-EE07-80B9-2CC7DBBA072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1;p75">
                <a:extLst>
                  <a:ext uri="{FF2B5EF4-FFF2-40B4-BE49-F238E27FC236}">
                    <a16:creationId xmlns:a16="http://schemas.microsoft.com/office/drawing/2014/main" id="{7F55C2E9-CE41-83DD-BC3B-4287305C204B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2;p75">
                <a:extLst>
                  <a:ext uri="{FF2B5EF4-FFF2-40B4-BE49-F238E27FC236}">
                    <a16:creationId xmlns:a16="http://schemas.microsoft.com/office/drawing/2014/main" id="{B04895E0-479D-3E40-1B15-3E8CDAA7EF88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3;p75">
                <a:extLst>
                  <a:ext uri="{FF2B5EF4-FFF2-40B4-BE49-F238E27FC236}">
                    <a16:creationId xmlns:a16="http://schemas.microsoft.com/office/drawing/2014/main" id="{1BFA9853-D98B-4500-7821-FAD31CE8FD9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4;p75">
                <a:extLst>
                  <a:ext uri="{FF2B5EF4-FFF2-40B4-BE49-F238E27FC236}">
                    <a16:creationId xmlns:a16="http://schemas.microsoft.com/office/drawing/2014/main" id="{32E2EFCB-767B-1430-215F-E094109E7160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5;p75">
                <a:extLst>
                  <a:ext uri="{FF2B5EF4-FFF2-40B4-BE49-F238E27FC236}">
                    <a16:creationId xmlns:a16="http://schemas.microsoft.com/office/drawing/2014/main" id="{ED8E4B24-B921-BC26-2726-9EEC6C113D8F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6;p75">
                <a:extLst>
                  <a:ext uri="{FF2B5EF4-FFF2-40B4-BE49-F238E27FC236}">
                    <a16:creationId xmlns:a16="http://schemas.microsoft.com/office/drawing/2014/main" id="{6E2237C9-22AE-6F1A-5BF5-E33F4FD7222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7;p75">
                <a:extLst>
                  <a:ext uri="{FF2B5EF4-FFF2-40B4-BE49-F238E27FC236}">
                    <a16:creationId xmlns:a16="http://schemas.microsoft.com/office/drawing/2014/main" id="{6C4D8D45-FCE5-29A1-EF53-2892329B0750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268;p75">
                <a:extLst>
                  <a:ext uri="{FF2B5EF4-FFF2-40B4-BE49-F238E27FC236}">
                    <a16:creationId xmlns:a16="http://schemas.microsoft.com/office/drawing/2014/main" id="{D279F02A-346A-79DA-F60C-39F140960790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9269;p75">
              <a:extLst>
                <a:ext uri="{FF2B5EF4-FFF2-40B4-BE49-F238E27FC236}">
                  <a16:creationId xmlns:a16="http://schemas.microsoft.com/office/drawing/2014/main" id="{C14A8F31-4FC1-445B-E94F-9457B25664AD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9270;p75">
              <a:extLst>
                <a:ext uri="{FF2B5EF4-FFF2-40B4-BE49-F238E27FC236}">
                  <a16:creationId xmlns:a16="http://schemas.microsoft.com/office/drawing/2014/main" id="{73DE4643-1459-8A97-BA21-291407D813E6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4" name="Google Shape;9271;p75">
                <a:extLst>
                  <a:ext uri="{FF2B5EF4-FFF2-40B4-BE49-F238E27FC236}">
                    <a16:creationId xmlns:a16="http://schemas.microsoft.com/office/drawing/2014/main" id="{21544377-0076-C1B1-9964-B7280A958AE4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72;p75">
                <a:extLst>
                  <a:ext uri="{FF2B5EF4-FFF2-40B4-BE49-F238E27FC236}">
                    <a16:creationId xmlns:a16="http://schemas.microsoft.com/office/drawing/2014/main" id="{FE11146C-2C00-ADBF-F9CD-67F13E0101AA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6245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A2D6DE2-CCE4-AE5D-59AC-F619C402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4133FB-630A-44CE-7B36-89AE057CA2A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Input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2B91663E-CCE1-C52C-F447-0C077ECD6010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4DA19971-1ABD-8A54-6324-AD74B4C06CDA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A74B740F-F136-D859-6C41-BD9F9965C4B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92B8879B-A90E-5473-64BB-96756AFFAF84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1C7E28F7-B57B-BEB3-278F-332B590EBB9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D87368BB-1A15-60BC-9C48-3AB1862360C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5DA00E55-F1BA-F8FC-9602-D3FAB45B7615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A41EDEBE-9A48-EC12-EBF8-2D2780667A96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C85565A8-2C12-F171-9A45-E66B24A0ADAB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4BC373C4-2C41-EDAF-18D0-CDC54EC0D435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C64890C9-7C5F-A7BC-6DE3-FCCA05ACEFA0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0EAC58F5-832B-D861-6991-2912DEF073D0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7A73D225-C9FF-F869-0734-B14DEB83EE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507837F7-24E4-827B-1568-9DC2FDF20E0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D91340CF-A1A6-C1BB-4CBB-DD907521160B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6F40A6D1-1A80-3B7E-91AD-E6033334C78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8F3584B6-1CED-83CA-FBB7-D4DCE76FDEA4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7DF77A99-66F8-BFC6-4DED-D28EDB44FBF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8D2B7AE3-9B3D-944A-BC1B-9E00D9CB15F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788FD04C-3BF4-DE49-A434-0FF25619858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6354982E-5A14-5980-DC7E-EC12D50CBC3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AD6D7E60-B78F-3DCB-A6E1-2A50C4E6785D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B6E44FF7-8BCB-5DAF-0BAB-0EE6811043E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419397B0-A8F2-F4CF-6A13-5DE390E84E52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772D5870-6C88-E6BC-22F9-8AE5B55179A7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4DF14567-145B-3F8F-0BB9-C22FF341856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29E4AC15-A8E6-5DBC-62F7-3AA78D96A970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13A553D5-CABF-75FE-61CA-F3D4BB5D06AC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C1674939-E7CD-BD16-E676-0E181DDF822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A9463B47-B6B7-37F4-BC88-8FE3C6678E1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F6CBD570-FD4F-5BFE-1E14-7575D758CE0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144F5AA8-2D1C-F8CD-8BF3-F758AA45202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9F31B792-1A33-9699-6CAD-0696AFC98BF0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7A9B4269-5898-6BA4-D8A0-A0C875F130B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3780605D-8020-A30B-8C2F-F2AE5E102FF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214DC6A8-4507-0809-CFC0-55F4D107548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F7F08AEA-A280-3A5B-C55B-F4B9968AA5EC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D830A54F-61A4-12BE-DEDA-9B72123B052E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199983D3-BCCC-C0D3-41D8-A476226E44E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57BC54BA-99BA-5171-0CBC-767D79CBFAC7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EB03561B-518F-4F7D-060B-B10D666E8ED1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F9063510-426F-F503-7F1E-CFACC21D0B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0D4EC487-8519-F8E1-3878-99FDEBDE642E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F0457BF2-EB36-A85D-9D30-24B935562933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E840C293-6C8B-C41D-4241-812B87C47E8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395B6832-2CFA-4749-CD21-085C5ACBD510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8BD67D54-1629-D2DA-E366-91A83D8266E5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D1C15DA6-EC65-7471-E885-D09B8182CFCF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C52D22D1-56AB-0051-837A-36979670B89F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69F38A8C-869E-EAD0-956F-2A92FE4603C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70F80293-A9DB-B540-2967-A6F51B70BCC8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0BBDCFA5-5F22-3E3F-BBC8-FBB5A5DCCE82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9621EED7-EDAF-96D9-4A27-ACFC30717214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A02CAF94-A976-1F31-EBFF-E17CCAAC3B5A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A3219896-E2DE-705D-8299-812CB225E7D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CAE5F04D-7680-030E-2683-D4FAA0F8D2DC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A7DF0F73-8FC8-AE0B-4C34-4721F6E96E32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488A19B7-9652-F49B-0007-B2E155B17F02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F25AB785-A2BF-C428-F9E7-3E3B41D0D189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27528ACA-CBD2-2986-8566-6070B1D9B272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F334D93D-16A8-094D-D9DE-58D680AEF7B2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0882C300-E245-CC36-E0CE-55C0479247D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7A00E080-DDED-FC3E-B953-4BE208461AE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55D33334-D3C5-B56E-C2C6-45D00CE35269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80DCBB2F-4430-553E-149C-03BA8780859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DC73105E-0373-0958-8467-2AE024675972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C4E57A1B-F797-B426-5789-100A236A2D1C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4652547C-07C7-6DD1-D0E1-ACD238A00B00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0D51D2D3-1E16-D4FE-109C-23EA2E371CB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71B3A2D0-18A6-3F2C-024F-776C0E49FCF4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E829DD83-C6E8-587F-FD7E-395117545F5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37145DE0-95EA-E874-8EF2-A58B2E22280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EB6B83A5-23D8-B87F-A093-0455556EE7A9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EDE52233-E908-19B0-4215-6BB85BA5524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A9B4CACE-228B-3A74-E419-6D75F99F66E1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911082B1-5239-ED7E-5B4D-63054EE3B923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F59F60F4-EE86-A0D0-D063-A4F89F9BA70F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78D8F43A-009E-B4AF-ACE6-9116CEEFE7F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7D579ED8-03B4-90F6-1E17-093E8F97ED50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2690F31B-B3B0-F4A7-8389-9D9004E784DB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17867DA-22D3-E2BF-2AE9-F04D313E4C36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B84F6F68-20DA-71C7-A18C-C58A34D283A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257662AA-795C-AC86-5BBB-8866E97EC1FB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21635CDF-3A50-1E6A-80F9-7DEDAC0CCB57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48EA3E14-ECBD-17A9-9870-7479A53A1D83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A75FA442-763B-7DBA-9499-B37F990E7FEC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1E1CD4A1-32F2-BBE6-2060-60A2C80195EF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AD3FECFC-2E92-5F95-602C-45B5F3787278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99D3FFBC-2ECA-D4CB-6C4E-878B6D221609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5B989E2C-328D-FD9D-DF24-AF0B4DB16F17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3526BBF7-4317-08AF-7B95-031CAD48A8FD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7DC66C05-71F5-00B6-28CC-7E148113A6DC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83CEC65E-CF3E-590B-9106-2C899C9EC50A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7D7CAFEE-C90F-1C95-5F25-53B58807E761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667EDBC5-B459-0ADE-75E1-D8F498C34A33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40F148DB-001A-2DA9-FEF0-C947F5D2D158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C7C059FD-464E-5CEB-B660-C615B70888DE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76710414-B826-2259-BBDB-74D5A3FA23F1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37E17F50-94E2-481C-E977-68D068E95036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0CA52C99-32D4-A4C1-0DF1-C92588D49B4F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1E30FEF3-308E-38C7-69E7-00761901972B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F03DD027-9804-C21B-DD4A-54D412E7649D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35A4A8E9-BD61-5683-8232-67B2266327E3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F23F4109-7CCC-1745-F4F6-453AF1C36A6F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150D40BD-6EFE-2D07-D9DF-947093D41C87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37084321-821B-4D05-ADEB-F9D189CB2B3B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9123799E-F398-6AEF-6BE3-EC8100C0D160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9D7AC1C0-6081-ACE2-AEE5-492707CA5373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6E852D25-5B55-F1C1-4CC7-14650AA7FB4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A8B8D3BF-76AE-479F-0039-B3758BD03118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6A4DE8D1-CC31-EEE2-D6BB-CCC5BF418333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b="1" dirty="0" err="1"/>
              <a:t>TextField</a:t>
            </a:r>
            <a:r>
              <a:rPr lang="en-US" sz="2000" b="1" dirty="0"/>
              <a:t> </a:t>
            </a:r>
            <a:r>
              <a:rPr lang="en-US" sz="2000" b="1" dirty="0" err="1"/>
              <a:t>với</a:t>
            </a:r>
            <a:r>
              <a:rPr lang="en-US" sz="2000" b="1" dirty="0"/>
              <a:t> controller </a:t>
            </a:r>
            <a:r>
              <a:rPr lang="en-US" sz="2000" b="1" dirty="0" err="1"/>
              <a:t>và</a:t>
            </a:r>
            <a:r>
              <a:rPr lang="en-US" sz="2000" b="1" dirty="0"/>
              <a:t> validation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Switch, Checkbox, Radio, Slider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3E3948A-BF80-5853-135E-925471AC2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26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52AFF4-C53B-A3B5-63AE-0732BC077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BF9918-77B8-8E9D-40DC-9F2EF2AE66D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32A8CBBE-DF8C-983F-5C73-DDFC403DE0FA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EDC39F3F-F78F-0560-BD2A-B721BADEE6EE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DE4C0A0D-C5C4-275A-5DE7-E29222D93932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62D8762E-DCC9-D8BB-BFC0-0E24A4FC86F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5B929645-89ED-0723-DCEF-F64993E53F8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17080408-87AF-1BD7-8736-B2EAD1CB77E7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BD8CC49E-E899-CCD5-4B0E-6B3256A566AB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5DA7183F-3127-671E-DF3A-3AC000DBC9B4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E44D80A8-AB67-2A8C-06E5-033CC39A6E19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1B606686-7B24-76C3-48B2-0FDE30DA829A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7B1C334B-9582-C168-060A-C02CE30D3F1B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4B03677F-6D69-6768-4006-21F425203F75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5DAD3759-1DDF-265E-7B43-C68EB60BD120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4CDE87BF-4B24-3659-E920-3A869B7D1B90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5C1430E9-327F-4DD6-93E3-C538FD818C3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9295236-B0EE-7589-4E65-F27B5C8FE3A7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D9507D8B-6B38-347B-66D8-2877D58002A8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14F338A0-AC9E-5A89-FE0F-3EC9F10825D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1253D916-4D6F-65F8-E732-E786D3FAA5D5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2E764D25-9001-9E21-F056-3D4F4815605F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BBAEC89A-14FC-A51D-CAB3-1E8EC8BE8479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8FFFF5CA-C3EE-A8A1-C581-855F55615DA6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9100E116-D281-160E-C14F-5E16C4F749F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D2C13BAD-A883-1C6B-C0BF-DF3EA3B3BFD2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7664D2A2-C542-1FFD-1461-4D21F24715B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0B3EB105-E82E-9B04-B266-89C22B94E52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533A7A1A-BAF8-CD13-AF5D-3AFAB5F3C71E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1660BA23-B751-E7F3-760A-44A529B10543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1F0A65E1-419C-3875-96BB-B2A696C39A2E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3F22D37D-945D-7BF2-12D4-F284CA9BA162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64FDFE97-6C8B-2A4E-48A7-5C57F9F1EEB1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7EF3A8EE-AB24-65C7-B66F-B86692517E2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2E0C809B-9405-E3C6-9B62-2ED135823581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673BEBDA-DA8A-893C-7AD2-37AB3270B77C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5554DB61-49AB-8011-04AD-479DE1B86FB5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E12A447A-EB35-89CE-CA63-A159D012CCE4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47D4EB44-0685-5ABE-5ADE-96A2A2A212DD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308ACA24-3B39-84E4-3011-BDD4925E1C61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08F79D36-5759-BFDD-17D1-B329459D090F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5E272B5A-C926-F868-F50A-7969E7DA183B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ACFCC4B2-4753-D4FC-BE3F-A0A3E939CE96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857A8B27-9FD8-F41F-D534-C01E726D6A2C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0A47211A-8E37-B897-F8C7-3FFB654BA8A5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6462B72B-FABB-ACA8-8111-B2D9333A4DDC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9E7BC18E-98E2-3BD7-FC22-EB98B8347BE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ABA4A7EF-2E23-E9D0-F472-5DFBC056F78A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822E004D-E55F-42F4-4CB3-45C6CC1FE834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E0C1B690-CCA9-6824-4545-8BA4C70E91E4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F30A32F4-8C61-1A67-872E-776F45092F35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0D124C18-CD2A-C0D1-14AC-7668A0A8BAD9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8B990C3B-A904-BB20-4971-32C58FA20B05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8FB03593-D822-711F-E362-3FBC8E0C5817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5C37C785-2D85-27D8-0F8B-08D381B90D67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A610C251-6CB0-60AE-E7F8-266D8C829526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C88B8737-47BE-862E-00B3-DB4F71C5E578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C95F3F9E-8077-15C0-7135-460A301284B6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7C2435F1-D6F5-4CC7-917E-B256128E239B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64D17A53-2FE8-C07E-83AA-A764693BEBE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51BEB862-C7F7-BCB7-627A-02F723BCA0FB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2181190-66ED-F1A8-FEC8-C8051DBBB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385706-3514-A20D-FA49-4D673084C770}"/>
              </a:ext>
            </a:extLst>
          </p:cNvPr>
          <p:cNvSpPr txBox="1"/>
          <p:nvPr/>
        </p:nvSpPr>
        <p:spPr>
          <a:xfrm>
            <a:off x="609836" y="1260554"/>
            <a:ext cx="6516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widget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văn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bàn</a:t>
            </a:r>
            <a:r>
              <a:rPr lang="en-US" sz="2000" dirty="0"/>
              <a:t> </a:t>
            </a:r>
            <a:r>
              <a:rPr lang="en-US" sz="2000" dirty="0" err="1"/>
              <a:t>phím</a:t>
            </a:r>
            <a:r>
              <a:rPr lang="en-US" sz="2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798EB-53F8-5AD3-D716-2A1B37A0C20D}"/>
              </a:ext>
            </a:extLst>
          </p:cNvPr>
          <p:cNvSpPr txBox="1"/>
          <p:nvPr/>
        </p:nvSpPr>
        <p:spPr>
          <a:xfrm>
            <a:off x="621481" y="2264328"/>
            <a:ext cx="7998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/>
              <a:t>Vài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b="1" dirty="0" err="1"/>
              <a:t>TextField</a:t>
            </a:r>
            <a:r>
              <a:rPr lang="en-US" sz="20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decoration: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, </a:t>
            </a: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 label, hint, border.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labelText</a:t>
            </a:r>
            <a:r>
              <a:rPr lang="en-US" sz="2000" dirty="0"/>
              <a:t>: </a:t>
            </a:r>
            <a:r>
              <a:rPr lang="en-US" sz="2000" dirty="0" err="1"/>
              <a:t>nhãn</a:t>
            </a:r>
            <a:r>
              <a:rPr lang="en-US" sz="2000" dirty="0"/>
              <a:t> </a:t>
            </a:r>
            <a:r>
              <a:rPr lang="en-US" sz="2000" dirty="0" err="1"/>
              <a:t>hiển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hintText</a:t>
            </a:r>
            <a:r>
              <a:rPr lang="en-US" sz="2000" dirty="0"/>
              <a:t>: </a:t>
            </a:r>
            <a:r>
              <a:rPr lang="en-US" sz="2000" dirty="0" err="1"/>
              <a:t>gợi</a:t>
            </a:r>
            <a:r>
              <a:rPr lang="en-US" sz="2000" dirty="0"/>
              <a:t> ý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trống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Border: </a:t>
            </a:r>
            <a:r>
              <a:rPr lang="en-US" sz="2000" dirty="0" err="1"/>
              <a:t>kiểu</a:t>
            </a:r>
            <a:r>
              <a:rPr lang="en-US" sz="2000" dirty="0"/>
              <a:t> </a:t>
            </a:r>
            <a:r>
              <a:rPr lang="en-US" sz="2000" dirty="0" err="1"/>
              <a:t>viền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</p:txBody>
      </p:sp>
      <p:grpSp>
        <p:nvGrpSpPr>
          <p:cNvPr id="8" name="Google Shape;9222;p75">
            <a:extLst>
              <a:ext uri="{FF2B5EF4-FFF2-40B4-BE49-F238E27FC236}">
                <a16:creationId xmlns:a16="http://schemas.microsoft.com/office/drawing/2014/main" id="{0F626680-FD4C-70A0-D5AF-50FD21DAD7EA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0" name="Google Shape;9223;p75">
              <a:extLst>
                <a:ext uri="{FF2B5EF4-FFF2-40B4-BE49-F238E27FC236}">
                  <a16:creationId xmlns:a16="http://schemas.microsoft.com/office/drawing/2014/main" id="{4FFF6871-C9EA-690A-2B2C-91DA6F5E65B8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5" name="Google Shape;9224;p75">
                <a:extLst>
                  <a:ext uri="{FF2B5EF4-FFF2-40B4-BE49-F238E27FC236}">
                    <a16:creationId xmlns:a16="http://schemas.microsoft.com/office/drawing/2014/main" id="{ACD1B13D-C2E8-3953-CF07-BCAE680D119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5;p75">
                <a:extLst>
                  <a:ext uri="{FF2B5EF4-FFF2-40B4-BE49-F238E27FC236}">
                    <a16:creationId xmlns:a16="http://schemas.microsoft.com/office/drawing/2014/main" id="{DAFCEFA8-C9C8-2E38-7FFF-5C88D1E17473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6;p75">
                <a:extLst>
                  <a:ext uri="{FF2B5EF4-FFF2-40B4-BE49-F238E27FC236}">
                    <a16:creationId xmlns:a16="http://schemas.microsoft.com/office/drawing/2014/main" id="{2CFE58D8-CB8A-F2AA-22BC-25AA50DB63A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7;p75">
                <a:extLst>
                  <a:ext uri="{FF2B5EF4-FFF2-40B4-BE49-F238E27FC236}">
                    <a16:creationId xmlns:a16="http://schemas.microsoft.com/office/drawing/2014/main" id="{4FC0E603-2A86-A230-250C-A0ACD3C8E58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8;p75">
                <a:extLst>
                  <a:ext uri="{FF2B5EF4-FFF2-40B4-BE49-F238E27FC236}">
                    <a16:creationId xmlns:a16="http://schemas.microsoft.com/office/drawing/2014/main" id="{08E09DD8-CD6A-6C81-1F81-E35814071256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9;p75">
                <a:extLst>
                  <a:ext uri="{FF2B5EF4-FFF2-40B4-BE49-F238E27FC236}">
                    <a16:creationId xmlns:a16="http://schemas.microsoft.com/office/drawing/2014/main" id="{55848D67-21A3-2377-C3D5-B3966805C3A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0;p75">
                <a:extLst>
                  <a:ext uri="{FF2B5EF4-FFF2-40B4-BE49-F238E27FC236}">
                    <a16:creationId xmlns:a16="http://schemas.microsoft.com/office/drawing/2014/main" id="{EAA5E471-D664-17CC-A2E3-1CA9E78BE539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1;p75">
                <a:extLst>
                  <a:ext uri="{FF2B5EF4-FFF2-40B4-BE49-F238E27FC236}">
                    <a16:creationId xmlns:a16="http://schemas.microsoft.com/office/drawing/2014/main" id="{4B4B24BA-D1FD-B4FE-8572-B8C8F52CC945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2;p75">
                <a:extLst>
                  <a:ext uri="{FF2B5EF4-FFF2-40B4-BE49-F238E27FC236}">
                    <a16:creationId xmlns:a16="http://schemas.microsoft.com/office/drawing/2014/main" id="{191900F5-AC29-3527-A7B3-EA6F755CABD7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3;p75">
                <a:extLst>
                  <a:ext uri="{FF2B5EF4-FFF2-40B4-BE49-F238E27FC236}">
                    <a16:creationId xmlns:a16="http://schemas.microsoft.com/office/drawing/2014/main" id="{4F3BA09B-30F7-7E85-7FF7-C3A9DFE3615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4;p75">
                <a:extLst>
                  <a:ext uri="{FF2B5EF4-FFF2-40B4-BE49-F238E27FC236}">
                    <a16:creationId xmlns:a16="http://schemas.microsoft.com/office/drawing/2014/main" id="{393549BC-E330-2899-90E7-8F73483121E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5;p75">
                <a:extLst>
                  <a:ext uri="{FF2B5EF4-FFF2-40B4-BE49-F238E27FC236}">
                    <a16:creationId xmlns:a16="http://schemas.microsoft.com/office/drawing/2014/main" id="{A8E15511-1F00-FFF4-07F1-FF7056558CD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6;p75">
                <a:extLst>
                  <a:ext uri="{FF2B5EF4-FFF2-40B4-BE49-F238E27FC236}">
                    <a16:creationId xmlns:a16="http://schemas.microsoft.com/office/drawing/2014/main" id="{B24D07C5-11A0-DFD0-5083-09A1276DCAF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7;p75">
                <a:extLst>
                  <a:ext uri="{FF2B5EF4-FFF2-40B4-BE49-F238E27FC236}">
                    <a16:creationId xmlns:a16="http://schemas.microsoft.com/office/drawing/2014/main" id="{0656BEC5-9060-FD60-8504-E8DEF5AB546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8;p75">
                <a:extLst>
                  <a:ext uri="{FF2B5EF4-FFF2-40B4-BE49-F238E27FC236}">
                    <a16:creationId xmlns:a16="http://schemas.microsoft.com/office/drawing/2014/main" id="{8621DE2C-5A88-E591-A1B7-97D9A43CD739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9;p75">
                <a:extLst>
                  <a:ext uri="{FF2B5EF4-FFF2-40B4-BE49-F238E27FC236}">
                    <a16:creationId xmlns:a16="http://schemas.microsoft.com/office/drawing/2014/main" id="{E867462A-8CE4-A037-54FE-7E6485E207E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0;p75">
                <a:extLst>
                  <a:ext uri="{FF2B5EF4-FFF2-40B4-BE49-F238E27FC236}">
                    <a16:creationId xmlns:a16="http://schemas.microsoft.com/office/drawing/2014/main" id="{200AC1D6-20CB-CEF5-E486-22992E7FF2E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1;p75">
                <a:extLst>
                  <a:ext uri="{FF2B5EF4-FFF2-40B4-BE49-F238E27FC236}">
                    <a16:creationId xmlns:a16="http://schemas.microsoft.com/office/drawing/2014/main" id="{04DAF4F3-3E34-996D-4CF7-9E6AA30BD76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2;p75">
                <a:extLst>
                  <a:ext uri="{FF2B5EF4-FFF2-40B4-BE49-F238E27FC236}">
                    <a16:creationId xmlns:a16="http://schemas.microsoft.com/office/drawing/2014/main" id="{CE5F2126-FA52-0EB7-4C06-B053B744E67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3;p75">
                <a:extLst>
                  <a:ext uri="{FF2B5EF4-FFF2-40B4-BE49-F238E27FC236}">
                    <a16:creationId xmlns:a16="http://schemas.microsoft.com/office/drawing/2014/main" id="{90BA6E1D-16D9-9CC2-C2D1-63C92CA9ABB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4;p75">
                <a:extLst>
                  <a:ext uri="{FF2B5EF4-FFF2-40B4-BE49-F238E27FC236}">
                    <a16:creationId xmlns:a16="http://schemas.microsoft.com/office/drawing/2014/main" id="{5AD5AEDF-903C-D63D-B1D8-E4A8B73F71D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5;p75">
                <a:extLst>
                  <a:ext uri="{FF2B5EF4-FFF2-40B4-BE49-F238E27FC236}">
                    <a16:creationId xmlns:a16="http://schemas.microsoft.com/office/drawing/2014/main" id="{08E99CDF-265D-6C23-F5CA-C960893874B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6;p75">
                <a:extLst>
                  <a:ext uri="{FF2B5EF4-FFF2-40B4-BE49-F238E27FC236}">
                    <a16:creationId xmlns:a16="http://schemas.microsoft.com/office/drawing/2014/main" id="{15098DEF-D4FB-8CFA-981D-FAD4E44CA1B0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7;p75">
                <a:extLst>
                  <a:ext uri="{FF2B5EF4-FFF2-40B4-BE49-F238E27FC236}">
                    <a16:creationId xmlns:a16="http://schemas.microsoft.com/office/drawing/2014/main" id="{C1743A88-DE9B-F9E5-C11A-7DC3F7C1EE0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8;p75">
                <a:extLst>
                  <a:ext uri="{FF2B5EF4-FFF2-40B4-BE49-F238E27FC236}">
                    <a16:creationId xmlns:a16="http://schemas.microsoft.com/office/drawing/2014/main" id="{730F4BA6-9B9F-FCE7-E8FE-B16A85063FEF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9;p75">
                <a:extLst>
                  <a:ext uri="{FF2B5EF4-FFF2-40B4-BE49-F238E27FC236}">
                    <a16:creationId xmlns:a16="http://schemas.microsoft.com/office/drawing/2014/main" id="{9B108084-1BFF-ECCC-A867-65373DC775EB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0;p75">
                <a:extLst>
                  <a:ext uri="{FF2B5EF4-FFF2-40B4-BE49-F238E27FC236}">
                    <a16:creationId xmlns:a16="http://schemas.microsoft.com/office/drawing/2014/main" id="{5C12321B-3C5C-84C7-009F-604277C6800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1;p75">
                <a:extLst>
                  <a:ext uri="{FF2B5EF4-FFF2-40B4-BE49-F238E27FC236}">
                    <a16:creationId xmlns:a16="http://schemas.microsoft.com/office/drawing/2014/main" id="{429447CE-3415-1702-F020-E54078892A8C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2;p75">
                <a:extLst>
                  <a:ext uri="{FF2B5EF4-FFF2-40B4-BE49-F238E27FC236}">
                    <a16:creationId xmlns:a16="http://schemas.microsoft.com/office/drawing/2014/main" id="{DC052F99-9417-4217-B227-5D093A4B03C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3;p75">
                <a:extLst>
                  <a:ext uri="{FF2B5EF4-FFF2-40B4-BE49-F238E27FC236}">
                    <a16:creationId xmlns:a16="http://schemas.microsoft.com/office/drawing/2014/main" id="{52E56C51-BAC0-CAF7-518B-BEA763CECCC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4;p75">
                <a:extLst>
                  <a:ext uri="{FF2B5EF4-FFF2-40B4-BE49-F238E27FC236}">
                    <a16:creationId xmlns:a16="http://schemas.microsoft.com/office/drawing/2014/main" id="{27FB9060-4030-35F6-906B-C9573E08B924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5;p75">
                <a:extLst>
                  <a:ext uri="{FF2B5EF4-FFF2-40B4-BE49-F238E27FC236}">
                    <a16:creationId xmlns:a16="http://schemas.microsoft.com/office/drawing/2014/main" id="{751974E7-37B3-5ADB-9470-3A29DC7DD1C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6;p75">
                <a:extLst>
                  <a:ext uri="{FF2B5EF4-FFF2-40B4-BE49-F238E27FC236}">
                    <a16:creationId xmlns:a16="http://schemas.microsoft.com/office/drawing/2014/main" id="{F6CC6FD6-BB26-2967-190E-320BD7F63E4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7;p75">
                <a:extLst>
                  <a:ext uri="{FF2B5EF4-FFF2-40B4-BE49-F238E27FC236}">
                    <a16:creationId xmlns:a16="http://schemas.microsoft.com/office/drawing/2014/main" id="{4225C8C9-C7EF-7385-6282-8E1F33953FA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8;p75">
                <a:extLst>
                  <a:ext uri="{FF2B5EF4-FFF2-40B4-BE49-F238E27FC236}">
                    <a16:creationId xmlns:a16="http://schemas.microsoft.com/office/drawing/2014/main" id="{B00C7A9D-452B-30AD-A975-4708CF9099EB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9;p75">
                <a:extLst>
                  <a:ext uri="{FF2B5EF4-FFF2-40B4-BE49-F238E27FC236}">
                    <a16:creationId xmlns:a16="http://schemas.microsoft.com/office/drawing/2014/main" id="{876C4A49-3FF5-AB9B-D90F-9F818E52B3B9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0;p75">
                <a:extLst>
                  <a:ext uri="{FF2B5EF4-FFF2-40B4-BE49-F238E27FC236}">
                    <a16:creationId xmlns:a16="http://schemas.microsoft.com/office/drawing/2014/main" id="{3E539D4E-AFA7-65AB-F257-7BCA10557A7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1;p75">
                <a:extLst>
                  <a:ext uri="{FF2B5EF4-FFF2-40B4-BE49-F238E27FC236}">
                    <a16:creationId xmlns:a16="http://schemas.microsoft.com/office/drawing/2014/main" id="{C199679A-B29F-7418-4D20-52F03C6DD877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2;p75">
                <a:extLst>
                  <a:ext uri="{FF2B5EF4-FFF2-40B4-BE49-F238E27FC236}">
                    <a16:creationId xmlns:a16="http://schemas.microsoft.com/office/drawing/2014/main" id="{06B5D4FA-B7D6-35FA-5277-D1F4BD82E871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3;p75">
                <a:extLst>
                  <a:ext uri="{FF2B5EF4-FFF2-40B4-BE49-F238E27FC236}">
                    <a16:creationId xmlns:a16="http://schemas.microsoft.com/office/drawing/2014/main" id="{E23D7DA8-8E28-66B6-947A-70211117432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4;p75">
                <a:extLst>
                  <a:ext uri="{FF2B5EF4-FFF2-40B4-BE49-F238E27FC236}">
                    <a16:creationId xmlns:a16="http://schemas.microsoft.com/office/drawing/2014/main" id="{63C4A535-A538-44AD-2D39-9380561D7CB3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5;p75">
                <a:extLst>
                  <a:ext uri="{FF2B5EF4-FFF2-40B4-BE49-F238E27FC236}">
                    <a16:creationId xmlns:a16="http://schemas.microsoft.com/office/drawing/2014/main" id="{EBEF8993-AAF0-7DE0-3A3F-C671DF5901CE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6;p75">
                <a:extLst>
                  <a:ext uri="{FF2B5EF4-FFF2-40B4-BE49-F238E27FC236}">
                    <a16:creationId xmlns:a16="http://schemas.microsoft.com/office/drawing/2014/main" id="{55D10425-21DC-D2E7-2D96-2A21C9A080A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7;p75">
                <a:extLst>
                  <a:ext uri="{FF2B5EF4-FFF2-40B4-BE49-F238E27FC236}">
                    <a16:creationId xmlns:a16="http://schemas.microsoft.com/office/drawing/2014/main" id="{4019A1B7-F0EF-51C0-F79B-7564BFBDAF8A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8;p75">
                <a:extLst>
                  <a:ext uri="{FF2B5EF4-FFF2-40B4-BE49-F238E27FC236}">
                    <a16:creationId xmlns:a16="http://schemas.microsoft.com/office/drawing/2014/main" id="{6A14C56C-3DC7-3D70-B488-6E9F3003691D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" name="Google Shape;9269;p75">
              <a:extLst>
                <a:ext uri="{FF2B5EF4-FFF2-40B4-BE49-F238E27FC236}">
                  <a16:creationId xmlns:a16="http://schemas.microsoft.com/office/drawing/2014/main" id="{A4EA3867-96DA-7CE5-C7DF-79007081A549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9270;p75">
              <a:extLst>
                <a:ext uri="{FF2B5EF4-FFF2-40B4-BE49-F238E27FC236}">
                  <a16:creationId xmlns:a16="http://schemas.microsoft.com/office/drawing/2014/main" id="{F6BAB4C7-02DD-D651-CD51-1B78366BCEB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3" name="Google Shape;9271;p75">
                <a:extLst>
                  <a:ext uri="{FF2B5EF4-FFF2-40B4-BE49-F238E27FC236}">
                    <a16:creationId xmlns:a16="http://schemas.microsoft.com/office/drawing/2014/main" id="{96A60E39-066D-2BA9-B83D-E1850AA55EF8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72;p75">
                <a:extLst>
                  <a:ext uri="{FF2B5EF4-FFF2-40B4-BE49-F238E27FC236}">
                    <a16:creationId xmlns:a16="http://schemas.microsoft.com/office/drawing/2014/main" id="{E7124FC5-5E78-AFED-9740-6BAED774915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5040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FD76159-C7B2-0C61-75CE-37C22610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B08D2B-EB93-2A04-E2FE-F5FBDAAE0681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E1FA1588-9960-05B3-A047-CD5114FD2707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0D53E476-C80A-10B9-D3C1-4B02D542DBE7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9DB927FE-14CB-BF32-02B0-F02599FD12F7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D0C9D047-753F-E44A-3E84-92815ED305D5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D500FFA6-C037-D487-6A4F-E70A3F0F8221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CCC626D4-F792-1D20-FAED-377946327AB6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DBFC37E9-3DC0-D9E7-9A2E-FF656D38CFAA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72F9FF5D-6DA6-C198-E7B4-C85AE850E662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D75FA22E-40BD-9A94-E95E-B62AACA9F38F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D1F8FDBA-F4A5-3823-36D1-3A16EED2E00A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AEAB9ABA-C0DC-8D75-80A2-F2248F751563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387A8FF0-1599-2C05-DF47-BC41A0494684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9CB35521-2323-5632-F408-9FB5EC053ED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E937D48D-C0AD-5875-9317-5A3F48F29739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EBB138CF-789A-562F-A21C-B829D298D328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2F4EC2A5-0E2B-4C11-A1B3-E36A28AE5E0C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83735522-F093-E5E6-8F7B-2EB9FF90E80D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6F1142B3-DBAD-9404-C105-228A6914398B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0D7C0E42-FA2A-6BB3-BA95-3FB52CE9C01B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5356AB17-EACA-F562-0274-76429FBED99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8C636D8-A4A6-543C-DDF6-80F5950FC25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2734DA64-E982-6063-26DE-0E0D9DDE328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F7EA74D5-05F9-5D95-0C62-951BCF458561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43979FC2-FB93-AD51-923F-57243915913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77446704-A4B7-8A0F-757F-935145497DF3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657CEE22-132E-309A-4BB1-2FB2A01D24F5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7C05C89D-0C68-5249-9013-4067B7644E0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757FAA59-5B7A-4C53-4A21-81D214D1771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46C6154D-4A34-DCD1-5EE7-8D6F1F4DAEB4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04D20DCD-E3E8-A5F2-9E6D-BE18C9A55641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626E28EB-67C8-C367-8A71-161C5512BBC3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6985BE65-6CD6-86CE-6979-93617B3B5E3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A37C4CD0-0C55-1370-81C5-A272EDD59FA4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088CB4D9-2994-8BA9-910F-72E75D4B6EEC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00346183-2EA3-5EBD-44DE-38C20FFA72A2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3FF50E9F-871B-3ED2-DBE6-D4B129A742E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880AE61E-45A8-1551-2908-6E3D4CDF0C82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B323D412-2CA0-583B-3892-20167AA98FDA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3BA5C8B9-6819-B323-C40E-B7800CBBABCE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A73B351B-A0E4-0043-0B35-5C30CA00EA56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5F71F6F6-B155-E67B-0D9E-08ED24F3ECEA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D265974D-DC8D-FEFD-A8D4-913F0C678096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F95266A2-62AC-FA2E-D044-A686CEEADFDC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CF1CA509-889E-70A2-C48C-066B489AC46A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5DBF674B-AF05-A01A-B6CB-3E404D7E6402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6C7F0108-0C3D-3666-A45C-4C35A5C57CD7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A0529AC8-1B17-EBC1-3F23-B3E65F7F86A9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3774624A-6C17-25FC-E8DF-3F7CAB7103F9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6D0C519F-26B0-D872-C639-D77845806931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B8BD7B6D-1BEE-FFE4-FB28-F11612F7CFE5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D42EFCB5-7630-5805-EE90-DCE11638B070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2913E758-BF94-090C-925F-CE27A9D38C1D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C2E94034-E6D6-D1DF-344B-EFD15F16F38F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189B48B1-DDA7-FFAC-D6B2-B6AB30769236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1AF5CCDF-2C32-92DE-B621-F82CE712155D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5707DB72-935B-D4CB-0753-40E5387ABBBA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338F4851-E5F9-9B24-F1C1-5B8E325CC472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1B274C6D-C0D6-9D41-5F23-F76372147102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B10CC329-C040-3883-A505-DE131A63E373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4CEAFB4-8A8D-CE19-FB35-3DB969E2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 descr="A purple rectangle with white background&#10;&#10;AI-generated content may be incorrect.">
            <a:extLst>
              <a:ext uri="{FF2B5EF4-FFF2-40B4-BE49-F238E27FC236}">
                <a16:creationId xmlns:a16="http://schemas.microsoft.com/office/drawing/2014/main" id="{78F72404-DFC6-724A-ABBE-228EFB6C0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959" y="3423299"/>
            <a:ext cx="4555201" cy="812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purple rectangle with white background&#10;&#10;AI-generated content may be incorrect.">
            <a:extLst>
              <a:ext uri="{FF2B5EF4-FFF2-40B4-BE49-F238E27FC236}">
                <a16:creationId xmlns:a16="http://schemas.microsoft.com/office/drawing/2014/main" id="{416F709A-F72A-8371-E125-DD6B73F7A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3959" y="4235957"/>
            <a:ext cx="4555201" cy="811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3BF68C-D773-CFEF-7D4F-41F182442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07" y="777458"/>
            <a:ext cx="4561705" cy="2517385"/>
          </a:xfrm>
          <a:prstGeom prst="rect">
            <a:avLst/>
          </a:prstGeom>
        </p:spPr>
      </p:pic>
      <p:grpSp>
        <p:nvGrpSpPr>
          <p:cNvPr id="8" name="Google Shape;9222;p75">
            <a:extLst>
              <a:ext uri="{FF2B5EF4-FFF2-40B4-BE49-F238E27FC236}">
                <a16:creationId xmlns:a16="http://schemas.microsoft.com/office/drawing/2014/main" id="{EC373CBA-5CF6-273C-4895-5C68B0BA3F0C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9" name="Google Shape;9223;p75">
              <a:extLst>
                <a:ext uri="{FF2B5EF4-FFF2-40B4-BE49-F238E27FC236}">
                  <a16:creationId xmlns:a16="http://schemas.microsoft.com/office/drawing/2014/main" id="{5922B5EE-3390-44CD-DF6E-FD0AE25FE67B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4" name="Google Shape;9224;p75">
                <a:extLst>
                  <a:ext uri="{FF2B5EF4-FFF2-40B4-BE49-F238E27FC236}">
                    <a16:creationId xmlns:a16="http://schemas.microsoft.com/office/drawing/2014/main" id="{70420439-464E-E7C4-44DC-90D75E4451F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5;p75">
                <a:extLst>
                  <a:ext uri="{FF2B5EF4-FFF2-40B4-BE49-F238E27FC236}">
                    <a16:creationId xmlns:a16="http://schemas.microsoft.com/office/drawing/2014/main" id="{57E827CA-BE29-B76E-E0D7-24E32939658B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6;p75">
                <a:extLst>
                  <a:ext uri="{FF2B5EF4-FFF2-40B4-BE49-F238E27FC236}">
                    <a16:creationId xmlns:a16="http://schemas.microsoft.com/office/drawing/2014/main" id="{40057D05-A391-C2BB-5365-F6F2EEBA6CC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7;p75">
                <a:extLst>
                  <a:ext uri="{FF2B5EF4-FFF2-40B4-BE49-F238E27FC236}">
                    <a16:creationId xmlns:a16="http://schemas.microsoft.com/office/drawing/2014/main" id="{430C922A-1AD9-C989-2777-E3E18C9661B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8;p75">
                <a:extLst>
                  <a:ext uri="{FF2B5EF4-FFF2-40B4-BE49-F238E27FC236}">
                    <a16:creationId xmlns:a16="http://schemas.microsoft.com/office/drawing/2014/main" id="{BD509D53-669F-CACD-8F2F-B08548743E84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9;p75">
                <a:extLst>
                  <a:ext uri="{FF2B5EF4-FFF2-40B4-BE49-F238E27FC236}">
                    <a16:creationId xmlns:a16="http://schemas.microsoft.com/office/drawing/2014/main" id="{1A90E9CE-4A1E-099D-F56A-5450E073D90F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0;p75">
                <a:extLst>
                  <a:ext uri="{FF2B5EF4-FFF2-40B4-BE49-F238E27FC236}">
                    <a16:creationId xmlns:a16="http://schemas.microsoft.com/office/drawing/2014/main" id="{E8A3390F-A094-4D5A-FE28-D9FA5FF90C31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1;p75">
                <a:extLst>
                  <a:ext uri="{FF2B5EF4-FFF2-40B4-BE49-F238E27FC236}">
                    <a16:creationId xmlns:a16="http://schemas.microsoft.com/office/drawing/2014/main" id="{DA36C391-3886-21C3-F2D0-35D9E42B2843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2;p75">
                <a:extLst>
                  <a:ext uri="{FF2B5EF4-FFF2-40B4-BE49-F238E27FC236}">
                    <a16:creationId xmlns:a16="http://schemas.microsoft.com/office/drawing/2014/main" id="{2CC4056E-2023-7921-E8CD-AA9CF1AD12AC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3;p75">
                <a:extLst>
                  <a:ext uri="{FF2B5EF4-FFF2-40B4-BE49-F238E27FC236}">
                    <a16:creationId xmlns:a16="http://schemas.microsoft.com/office/drawing/2014/main" id="{CAC000CD-D19A-96BA-FD63-1173486B50C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4;p75">
                <a:extLst>
                  <a:ext uri="{FF2B5EF4-FFF2-40B4-BE49-F238E27FC236}">
                    <a16:creationId xmlns:a16="http://schemas.microsoft.com/office/drawing/2014/main" id="{45F2C638-9515-20C4-6B2A-FFA3876862C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5;p75">
                <a:extLst>
                  <a:ext uri="{FF2B5EF4-FFF2-40B4-BE49-F238E27FC236}">
                    <a16:creationId xmlns:a16="http://schemas.microsoft.com/office/drawing/2014/main" id="{A96AB34B-ADFE-5A93-805D-12552FAD4BD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6;p75">
                <a:extLst>
                  <a:ext uri="{FF2B5EF4-FFF2-40B4-BE49-F238E27FC236}">
                    <a16:creationId xmlns:a16="http://schemas.microsoft.com/office/drawing/2014/main" id="{39F7612C-1DD2-88B1-47F8-B90D849F67B8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7;p75">
                <a:extLst>
                  <a:ext uri="{FF2B5EF4-FFF2-40B4-BE49-F238E27FC236}">
                    <a16:creationId xmlns:a16="http://schemas.microsoft.com/office/drawing/2014/main" id="{D1A9D155-FBF9-A589-71DF-86D2A767E9D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8;p75">
                <a:extLst>
                  <a:ext uri="{FF2B5EF4-FFF2-40B4-BE49-F238E27FC236}">
                    <a16:creationId xmlns:a16="http://schemas.microsoft.com/office/drawing/2014/main" id="{6966914F-AC72-1AB9-27F5-1803E08C5C4B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9;p75">
                <a:extLst>
                  <a:ext uri="{FF2B5EF4-FFF2-40B4-BE49-F238E27FC236}">
                    <a16:creationId xmlns:a16="http://schemas.microsoft.com/office/drawing/2014/main" id="{FEEBDDE2-5D32-3708-BFF6-36021A20CEC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0;p75">
                <a:extLst>
                  <a:ext uri="{FF2B5EF4-FFF2-40B4-BE49-F238E27FC236}">
                    <a16:creationId xmlns:a16="http://schemas.microsoft.com/office/drawing/2014/main" id="{FBB7A46D-F902-0FC3-6521-4CB7D43D6CE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1;p75">
                <a:extLst>
                  <a:ext uri="{FF2B5EF4-FFF2-40B4-BE49-F238E27FC236}">
                    <a16:creationId xmlns:a16="http://schemas.microsoft.com/office/drawing/2014/main" id="{0037A0F2-6769-F4EC-60BC-735668BF026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2;p75">
                <a:extLst>
                  <a:ext uri="{FF2B5EF4-FFF2-40B4-BE49-F238E27FC236}">
                    <a16:creationId xmlns:a16="http://schemas.microsoft.com/office/drawing/2014/main" id="{92BE184A-F214-6738-DB0D-093C2596C2F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3;p75">
                <a:extLst>
                  <a:ext uri="{FF2B5EF4-FFF2-40B4-BE49-F238E27FC236}">
                    <a16:creationId xmlns:a16="http://schemas.microsoft.com/office/drawing/2014/main" id="{9A060238-1A27-3907-88F3-E4608A3F20D3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4;p75">
                <a:extLst>
                  <a:ext uri="{FF2B5EF4-FFF2-40B4-BE49-F238E27FC236}">
                    <a16:creationId xmlns:a16="http://schemas.microsoft.com/office/drawing/2014/main" id="{85E32AF5-40D4-D337-5B89-EE9A19C8376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5;p75">
                <a:extLst>
                  <a:ext uri="{FF2B5EF4-FFF2-40B4-BE49-F238E27FC236}">
                    <a16:creationId xmlns:a16="http://schemas.microsoft.com/office/drawing/2014/main" id="{B3CF2B41-3BB3-4264-9559-34EA3E47969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6;p75">
                <a:extLst>
                  <a:ext uri="{FF2B5EF4-FFF2-40B4-BE49-F238E27FC236}">
                    <a16:creationId xmlns:a16="http://schemas.microsoft.com/office/drawing/2014/main" id="{7B761758-6585-E43F-01EC-30F904C4BAA4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7;p75">
                <a:extLst>
                  <a:ext uri="{FF2B5EF4-FFF2-40B4-BE49-F238E27FC236}">
                    <a16:creationId xmlns:a16="http://schemas.microsoft.com/office/drawing/2014/main" id="{C2750DF1-182C-4997-318E-E15528F5182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8;p75">
                <a:extLst>
                  <a:ext uri="{FF2B5EF4-FFF2-40B4-BE49-F238E27FC236}">
                    <a16:creationId xmlns:a16="http://schemas.microsoft.com/office/drawing/2014/main" id="{526F9A7A-DBD9-E3BA-267A-2E9C1E9032E4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9;p75">
                <a:extLst>
                  <a:ext uri="{FF2B5EF4-FFF2-40B4-BE49-F238E27FC236}">
                    <a16:creationId xmlns:a16="http://schemas.microsoft.com/office/drawing/2014/main" id="{FD576F01-269C-06FE-0B79-80413BFA2D9F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0;p75">
                <a:extLst>
                  <a:ext uri="{FF2B5EF4-FFF2-40B4-BE49-F238E27FC236}">
                    <a16:creationId xmlns:a16="http://schemas.microsoft.com/office/drawing/2014/main" id="{0628CDF9-9867-A2F4-91F8-1E489472C6B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1;p75">
                <a:extLst>
                  <a:ext uri="{FF2B5EF4-FFF2-40B4-BE49-F238E27FC236}">
                    <a16:creationId xmlns:a16="http://schemas.microsoft.com/office/drawing/2014/main" id="{AB25E033-0043-21AE-B41C-944F4EB670F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2;p75">
                <a:extLst>
                  <a:ext uri="{FF2B5EF4-FFF2-40B4-BE49-F238E27FC236}">
                    <a16:creationId xmlns:a16="http://schemas.microsoft.com/office/drawing/2014/main" id="{921397FB-FE01-D98C-0F90-A6A8E98490C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3;p75">
                <a:extLst>
                  <a:ext uri="{FF2B5EF4-FFF2-40B4-BE49-F238E27FC236}">
                    <a16:creationId xmlns:a16="http://schemas.microsoft.com/office/drawing/2014/main" id="{90572FB4-1E1A-3024-3C41-9A2328A1A3E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4;p75">
                <a:extLst>
                  <a:ext uri="{FF2B5EF4-FFF2-40B4-BE49-F238E27FC236}">
                    <a16:creationId xmlns:a16="http://schemas.microsoft.com/office/drawing/2014/main" id="{7A7F9A34-1A2D-FBB8-15AA-FA5ED50CD4FE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5;p75">
                <a:extLst>
                  <a:ext uri="{FF2B5EF4-FFF2-40B4-BE49-F238E27FC236}">
                    <a16:creationId xmlns:a16="http://schemas.microsoft.com/office/drawing/2014/main" id="{043EC74F-DFD9-2234-436B-4AC0EB5FE56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6;p75">
                <a:extLst>
                  <a:ext uri="{FF2B5EF4-FFF2-40B4-BE49-F238E27FC236}">
                    <a16:creationId xmlns:a16="http://schemas.microsoft.com/office/drawing/2014/main" id="{448FB2D5-4ABA-D9C9-A696-3AC60974DF2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7;p75">
                <a:extLst>
                  <a:ext uri="{FF2B5EF4-FFF2-40B4-BE49-F238E27FC236}">
                    <a16:creationId xmlns:a16="http://schemas.microsoft.com/office/drawing/2014/main" id="{D44DC265-8998-4CBF-7985-73DD79F42B3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8;p75">
                <a:extLst>
                  <a:ext uri="{FF2B5EF4-FFF2-40B4-BE49-F238E27FC236}">
                    <a16:creationId xmlns:a16="http://schemas.microsoft.com/office/drawing/2014/main" id="{0F0E17D5-65DE-0312-6C53-418F0114815A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9;p75">
                <a:extLst>
                  <a:ext uri="{FF2B5EF4-FFF2-40B4-BE49-F238E27FC236}">
                    <a16:creationId xmlns:a16="http://schemas.microsoft.com/office/drawing/2014/main" id="{C1FEBB14-F19C-BAA0-4F61-D28207B06876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0;p75">
                <a:extLst>
                  <a:ext uri="{FF2B5EF4-FFF2-40B4-BE49-F238E27FC236}">
                    <a16:creationId xmlns:a16="http://schemas.microsoft.com/office/drawing/2014/main" id="{7E03EFC4-9231-1A7A-F346-DDFA0C51D8B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1;p75">
                <a:extLst>
                  <a:ext uri="{FF2B5EF4-FFF2-40B4-BE49-F238E27FC236}">
                    <a16:creationId xmlns:a16="http://schemas.microsoft.com/office/drawing/2014/main" id="{6D32D8DF-1F81-814D-85DA-29673659A5E1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2;p75">
                <a:extLst>
                  <a:ext uri="{FF2B5EF4-FFF2-40B4-BE49-F238E27FC236}">
                    <a16:creationId xmlns:a16="http://schemas.microsoft.com/office/drawing/2014/main" id="{D2B5A398-C9D6-5268-8C90-81F5C596279A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3;p75">
                <a:extLst>
                  <a:ext uri="{FF2B5EF4-FFF2-40B4-BE49-F238E27FC236}">
                    <a16:creationId xmlns:a16="http://schemas.microsoft.com/office/drawing/2014/main" id="{C86AC4EF-2A0A-4B12-AF3E-BD9377E362B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4;p75">
                <a:extLst>
                  <a:ext uri="{FF2B5EF4-FFF2-40B4-BE49-F238E27FC236}">
                    <a16:creationId xmlns:a16="http://schemas.microsoft.com/office/drawing/2014/main" id="{F173DBCA-BCCA-B403-E24D-EE6D5861691F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5;p75">
                <a:extLst>
                  <a:ext uri="{FF2B5EF4-FFF2-40B4-BE49-F238E27FC236}">
                    <a16:creationId xmlns:a16="http://schemas.microsoft.com/office/drawing/2014/main" id="{C9CF8A61-A138-F750-2609-B4159DCAE400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6;p75">
                <a:extLst>
                  <a:ext uri="{FF2B5EF4-FFF2-40B4-BE49-F238E27FC236}">
                    <a16:creationId xmlns:a16="http://schemas.microsoft.com/office/drawing/2014/main" id="{F5771880-6617-D005-6CCF-BA3050DC70D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7;p75">
                <a:extLst>
                  <a:ext uri="{FF2B5EF4-FFF2-40B4-BE49-F238E27FC236}">
                    <a16:creationId xmlns:a16="http://schemas.microsoft.com/office/drawing/2014/main" id="{0F1EF115-BE3C-6F3F-5224-ED5ADBAAC34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8;p75">
                <a:extLst>
                  <a:ext uri="{FF2B5EF4-FFF2-40B4-BE49-F238E27FC236}">
                    <a16:creationId xmlns:a16="http://schemas.microsoft.com/office/drawing/2014/main" id="{58E17F46-75AB-D00F-EA57-D69F66059786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9269;p75">
              <a:extLst>
                <a:ext uri="{FF2B5EF4-FFF2-40B4-BE49-F238E27FC236}">
                  <a16:creationId xmlns:a16="http://schemas.microsoft.com/office/drawing/2014/main" id="{AD009A69-6F7D-5E61-E8C6-ED2504811BA1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9270;p75">
              <a:extLst>
                <a:ext uri="{FF2B5EF4-FFF2-40B4-BE49-F238E27FC236}">
                  <a16:creationId xmlns:a16="http://schemas.microsoft.com/office/drawing/2014/main" id="{5E1D7451-B09D-1724-81C0-F9BA3C74C3A2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2" name="Google Shape;9271;p75">
                <a:extLst>
                  <a:ext uri="{FF2B5EF4-FFF2-40B4-BE49-F238E27FC236}">
                    <a16:creationId xmlns:a16="http://schemas.microsoft.com/office/drawing/2014/main" id="{8AA7795E-01F9-C2EB-3D52-D63CA109CDC5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72;p75">
                <a:extLst>
                  <a:ext uri="{FF2B5EF4-FFF2-40B4-BE49-F238E27FC236}">
                    <a16:creationId xmlns:a16="http://schemas.microsoft.com/office/drawing/2014/main" id="{A43CA074-39A8-47B3-8376-A789D833E8AA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90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53E3388-01B3-4CEA-D465-F79B3312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009914-A0F6-D253-AC9F-B7AF7B5C802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8AC7B479-ABC9-8EB4-9BBD-FB8FFB505C13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B24D76B6-5F4A-81D0-E109-D4F8A33AAD87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CA1FD188-54D8-D263-0583-085896E15787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62435714-32C9-B166-B125-7CFD765B8EDD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46725525-3C68-94E7-09B5-6D8D1A531735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6D2622B7-E722-A154-F3E9-D2A77A4F0650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821D3954-1608-86A8-6C8A-7BFFA7FE46BE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7E260DF4-FC01-E756-A18A-89B6D0C31BAE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A2E0939D-56E8-AC1E-29A6-B426ECFB077C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39DDEA2F-6193-2F70-7F6B-FAD04754BF0E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D9A4D579-63A8-5BB8-BA23-4B0587965BB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899AB2BE-1CF4-E9EB-E4A8-5E381113954A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A4984F37-78EE-DA99-930B-E6C8F5F3DCD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5F33656E-FACA-407B-1F64-0553C52E662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2CE4FE56-5287-30F6-829B-533B333652CF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6186FE3C-25A3-3A29-0B5E-11337A0AAAE1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847239C8-6050-094F-4897-D85520F007B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E56E275F-8A3F-AF36-638D-9EE7A1DFEC69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3FD7930D-8451-0D74-92D7-F7C862122DBC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82A0F97A-C911-B68D-57C9-B5D904F9746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7305AFB-B6F9-D03E-80A8-815D6C5A9115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1B6533EA-2282-F06A-A907-2A46178B51B0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4E75DB17-96DD-8824-6174-A2306EDA44EC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E0AAD385-55DA-99CD-012F-FB654924C9B2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07E2F599-78FC-E6D3-7623-DC85976961ED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AC36AC08-AA0C-0F22-DD41-F9EFD101FBD4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F7CE0450-BBF6-DDBE-1E62-48C05968804B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87E968D2-8D4E-7AF2-9FCB-FF173A458000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966E51C8-EBF4-19F3-D657-92CE80BE88B1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73A0165-F6D7-282B-2F19-EF984E4D293E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5B547886-8533-5995-058C-8F98D08BDFF4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9E46D0D6-9CA3-25A5-2FFC-BB94AF21EF44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653582F4-2DE5-1E95-8CF6-8FE5100AFB5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B88FDC22-7C6B-8995-CC45-70C313EC9458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1D141FAB-596E-6A2C-6FBB-B6FF2A48C1F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B460FB8A-AB5D-E571-43DC-FE8F9672CF5F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69664ED6-CA48-2067-A7F3-1FF72E65B266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2359D1AD-EB40-89AD-6A59-31157FA82789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24D7A776-5D76-1532-30FA-C48968A9FD93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C91D7EAB-7DF5-997B-9397-8D8DF268209F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FDE3BE92-6E4F-4821-6DAF-B4C61D399E89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4C303A70-58E9-AA7C-3740-938535AEAE9B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D7BA8B35-743A-2F23-AA4A-A415DAFD0F04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F6040982-DAB0-0598-B43B-88513E2EDFFE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2CC3D0C7-066D-931A-9934-572DCAB472B3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294B635A-2321-4B3E-DFEC-2E08ED292761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28226186-A0C5-8B6F-62F0-2B98FF94BF84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33172CAF-E6D8-99EC-4116-0B1AF8D0A32D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54B6A655-695D-4871-4CDF-E635EFEB614F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5D393105-AFCB-5622-C2C9-21D98F51127F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0CD4AE62-8C30-C7C8-72F4-D3691FE134AA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730A2451-A62E-169D-A10E-4181E2921914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F90ACC1A-A368-6C82-9435-589C2EDBF0C6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3C5B4326-B038-8D4E-C3C0-44F478EDE7B0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3060FC9E-415A-150E-746B-22261047DBD1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605DA10E-02B2-70B6-9441-9615E4FF963D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75E6032A-7D3E-FBCB-59A3-64B5B80E8C53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04170642-2F06-63F2-39E3-E90F820E0023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AD2516E1-65D9-94AF-5957-E5AEE3B4891B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F20D5E3-C108-BD25-E613-C643D0122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pSp>
        <p:nvGrpSpPr>
          <p:cNvPr id="2" name="Google Shape;9222;p75">
            <a:extLst>
              <a:ext uri="{FF2B5EF4-FFF2-40B4-BE49-F238E27FC236}">
                <a16:creationId xmlns:a16="http://schemas.microsoft.com/office/drawing/2014/main" id="{6DA26954-ECBC-FCD1-8751-627116018938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1ADB49B0-8753-B11B-F4B1-C58593C8293B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" name="Google Shape;9224;p75">
                <a:extLst>
                  <a:ext uri="{FF2B5EF4-FFF2-40B4-BE49-F238E27FC236}">
                    <a16:creationId xmlns:a16="http://schemas.microsoft.com/office/drawing/2014/main" id="{15CE6BCF-6DF2-C4C3-C03E-C3506C8DEBA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D91977F5-34B6-2DA8-A533-7D7F282DE1E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C9725AFD-71F0-06DE-96B3-EC48449D5E7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6570385A-0B2A-9499-D3DB-BD966580654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0FBA68C7-CA0C-241C-5FE3-75CCF962B4E3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99D75CAE-4125-AEEB-C75E-5B5B6E9DE1CB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E11AF074-B954-2A2D-106A-C8D7AC6A7EDB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D0F5F1D9-5189-ACF1-A3FA-787184012F56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8E7F8376-8919-A176-7804-04CB0DAB19EA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6E748C5D-3CFD-E75C-A60A-CA67E3DE2F6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A8F8283B-8017-B0BD-1208-3D0BFCC1A3C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658F8667-C189-D24B-303A-E693B72FA88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108C3147-68B0-5110-9BD3-13E969D629E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08C7B602-E942-16FE-BC23-25560B4D89F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0B6AB7A3-75CA-074E-8DB8-4F1E8FD0F607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931B58FC-CE64-C9BF-149F-F124B472881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D4C96FCA-1271-8D53-2F60-62BE11CCE1E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D95E168E-7855-1E09-8CFE-1EEBFEE96C1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91E59E9D-1C2C-ACD1-F961-D387862F1EA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6B6EA672-193C-745F-59AC-8599F9B32775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2DAA1B6B-E9F3-A8A4-D094-32040264E89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43EF4D28-A73D-6DC8-37DB-4E8722F7707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F08196F1-A9CA-FDB5-9AC1-4F84E043AF05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1A004DFE-EB7D-9152-099C-DED0E11A30D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49394DC8-2B77-BD73-0BD2-8D23E1EBE9D9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5E491982-FE3D-633A-E123-261D5E57B8FA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F725CB7A-17CC-E1BE-7499-7445052E16D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5D5304E1-4207-3632-9EC7-08DF210E2752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56482772-F88D-52A8-8674-02FE5896D8C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4C03CEF0-5849-5B7B-4BDA-0B7D31CA9AB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CC61834B-75E7-A3DA-F165-041D126BC6EE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8434D3A5-0B5C-7AA5-E967-8C52240BA75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2D347A87-8665-CDE3-7B0B-DAD65AC0A38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7FAFA8AB-862E-E13E-34D7-D9E00FD5F6A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938236D1-0751-9705-6092-8399471CC6E7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60756094-F36A-F04C-4622-BAE2D1B10AA7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8A7D7784-53CE-B3C1-F80C-3C90BF490FD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BCF2B9E8-8C94-AB2C-73E4-5B8C59AA23BC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9EB45907-D373-C4CD-9E99-55FCC11D339C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6D177E5C-116B-A337-649D-73E07DA3000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EE14749E-F81B-7F54-C3EC-FB930033D5A9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71E7BF04-8B83-3881-4C5B-E24BE7915B95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971D97E6-4DF0-135E-2B29-D9728B03165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637A6D0F-184B-89A7-6C5D-E5E908523384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3444AB8B-88B6-9024-F553-5DA626FBD0E9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269;p75">
              <a:extLst>
                <a:ext uri="{FF2B5EF4-FFF2-40B4-BE49-F238E27FC236}">
                  <a16:creationId xmlns:a16="http://schemas.microsoft.com/office/drawing/2014/main" id="{3B5481D1-1561-3950-7D61-C08784E06EA2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270;p75">
              <a:extLst>
                <a:ext uri="{FF2B5EF4-FFF2-40B4-BE49-F238E27FC236}">
                  <a16:creationId xmlns:a16="http://schemas.microsoft.com/office/drawing/2014/main" id="{784C5BE8-B8B1-CEC8-7FA9-09BBFCE47C38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0" name="Google Shape;9271;p75">
                <a:extLst>
                  <a:ext uri="{FF2B5EF4-FFF2-40B4-BE49-F238E27FC236}">
                    <a16:creationId xmlns:a16="http://schemas.microsoft.com/office/drawing/2014/main" id="{26797333-6071-DED2-59AD-77A9A393044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72;p75">
                <a:extLst>
                  <a:ext uri="{FF2B5EF4-FFF2-40B4-BE49-F238E27FC236}">
                    <a16:creationId xmlns:a16="http://schemas.microsoft.com/office/drawing/2014/main" id="{B5261013-314E-19A3-C26D-86D6B112F9AA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D6F8FB9E-03F8-B4CE-BE97-8245383EC82D}"/>
              </a:ext>
            </a:extLst>
          </p:cNvPr>
          <p:cNvSpPr txBox="1"/>
          <p:nvPr/>
        </p:nvSpPr>
        <p:spPr>
          <a:xfrm>
            <a:off x="876789" y="2974471"/>
            <a:ext cx="583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1FED060-C092-074E-7EDF-0BA0F4B6E719}"/>
              </a:ext>
            </a:extLst>
          </p:cNvPr>
          <p:cNvSpPr txBox="1"/>
          <p:nvPr/>
        </p:nvSpPr>
        <p:spPr>
          <a:xfrm>
            <a:off x="959033" y="948275"/>
            <a:ext cx="63365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Trong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trường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,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thi</a:t>
            </a:r>
            <a:r>
              <a:rPr lang="en-US" sz="1800" dirty="0"/>
              <a:t> </a:t>
            </a:r>
            <a:r>
              <a:rPr lang="en-US" sz="1800" dirty="0" err="1"/>
              <a:t>hàm</a:t>
            </a:r>
            <a:r>
              <a:rPr lang="en-US" sz="1800" dirty="0"/>
              <a:t> callback </a:t>
            </a:r>
            <a:r>
              <a:rPr lang="en-US" sz="1800" dirty="0" err="1"/>
              <a:t>mỗi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văn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TextField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hữu</a:t>
            </a:r>
            <a:r>
              <a:rPr lang="en-US" sz="1800" dirty="0"/>
              <a:t> </a:t>
            </a:r>
            <a:r>
              <a:rPr lang="en-US" sz="1800" dirty="0" err="1"/>
              <a:t>ích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kiếm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cập</a:t>
            </a:r>
            <a:r>
              <a:rPr lang="en-US" sz="1800" dirty="0"/>
              <a:t> </a:t>
            </a:r>
            <a:r>
              <a:rPr lang="en-US" sz="1800" dirty="0" err="1"/>
              <a:t>nhật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Có</a:t>
            </a:r>
            <a:r>
              <a:rPr lang="en-US" sz="1800" dirty="0"/>
              <a:t> 2 </a:t>
            </a:r>
            <a:r>
              <a:rPr lang="en-US" sz="1800" dirty="0" err="1"/>
              <a:t>cách</a:t>
            </a:r>
            <a:r>
              <a:rPr lang="en-US" sz="1800" dirty="0"/>
              <a:t> </a:t>
            </a:r>
            <a:r>
              <a:rPr lang="en-US" sz="1800" dirty="0" err="1"/>
              <a:t>phổ</a:t>
            </a:r>
            <a:r>
              <a:rPr lang="en-US" sz="1800" dirty="0"/>
              <a:t>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Hàm</a:t>
            </a:r>
            <a:r>
              <a:rPr lang="en-US" sz="1800" dirty="0"/>
              <a:t> </a:t>
            </a:r>
            <a:r>
              <a:rPr lang="en-US" sz="1800" dirty="0" err="1"/>
              <a:t>onChanged</a:t>
            </a:r>
            <a:r>
              <a:rPr lang="en-US" sz="1800" dirty="0"/>
              <a:t>()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tới</a:t>
            </a:r>
            <a:r>
              <a:rPr lang="en-US" sz="1800" dirty="0"/>
              <a:t> </a:t>
            </a:r>
            <a:r>
              <a:rPr lang="en-US" sz="1800" dirty="0" err="1"/>
              <a:t>TextField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TextFormField</a:t>
            </a:r>
            <a:r>
              <a:rPr lang="en-US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 </a:t>
            </a:r>
            <a:r>
              <a:rPr lang="en-US" sz="1800" b="1" dirty="0" err="1"/>
              <a:t>TextEditingController</a:t>
            </a:r>
            <a:r>
              <a:rPr lang="en-US" sz="1800" b="1" dirty="0"/>
              <a:t>()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 </a:t>
            </a:r>
            <a:r>
              <a:rPr lang="en-US" sz="1800" dirty="0" err="1"/>
              <a:t>dõi</a:t>
            </a:r>
            <a:r>
              <a:rPr lang="en-US" sz="1800" dirty="0"/>
              <a:t>,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khiển</a:t>
            </a:r>
            <a:r>
              <a:rPr lang="en-US" sz="1800" dirty="0"/>
              <a:t> </a:t>
            </a:r>
            <a:r>
              <a:rPr lang="en-US" sz="1800" dirty="0" err="1"/>
              <a:t>nội</a:t>
            </a:r>
            <a:r>
              <a:rPr lang="en-US" sz="1800" dirty="0"/>
              <a:t> dung </a:t>
            </a:r>
            <a:r>
              <a:rPr lang="en-US" sz="1800" dirty="0" err="1"/>
              <a:t>nhập</a:t>
            </a:r>
            <a:endParaRPr lang="en-US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63603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533620-CB82-7961-C77D-1E250C5A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A85133-68A5-A44D-5295-F2A17EDAC06C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2DD1CD47-9CCF-DFBE-BD97-0BC4EF12747C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21E7053F-41C8-0092-2ECC-A3DF9FE8FFFF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F53A6DE9-27D0-13E4-37C8-34B5ECB2EC13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48D2AF3C-E04C-1C49-D231-24DAEE6895E7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73F71B62-6BF8-5638-0E52-25035FEF75C1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EB76EEB9-CAF9-9228-F0F6-17496E6EA716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36B91EA2-EAE6-D350-7088-9103E39E7B61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FD13C140-6173-245E-D85F-265D104172C6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28291B29-B514-FD7B-C00C-69A376CE4C97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375D5014-6BA0-CF85-BD5C-315DD934588B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C3A69508-D824-7099-8037-2327166B3161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D4AD3873-2C0C-A77D-34BD-FEF72B150DE7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33273F64-06C1-92D8-9A70-84A4CADA2420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DCC34B10-0BD3-4AAA-C5D4-231A2EC7F834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AB042DA2-8DB6-F842-67D6-21B3AAC5443F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63A03B09-E0DD-1ABF-26B8-83A876BD4887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81378265-DBB1-AEB2-51B7-03449F9A747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88713B1C-8AEE-894A-7A02-5D6B58EE0A07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D33F3558-AFE1-720F-ABF0-3B6A093D67E6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E032EC2A-42C5-CCD9-5512-A9C6B9FB59C9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C51C2E96-531F-A9D2-954F-0C409812268D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C1CBDA9C-5938-520F-1670-B8E58B4E63FB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F6E90FA9-B546-8E58-C67B-F33A5E5B994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05B39E37-FBB5-D735-6D37-F8C9C9713EC3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BAB53B37-60EE-4996-2CCB-E4866AF185E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720A460E-B44F-C59A-81D4-3EC2DB67CE68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7868EE44-E147-CC1E-56C4-BEA890F3512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38B12C6A-1F72-1CC4-BA33-5BB608902E9E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38ABC00D-3F01-C8DD-E112-3FC2A5661CDB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ACF32904-FB83-68DE-7283-5C5287DAEC4D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D5E69695-0B84-A13A-EAAE-A29CBCBD360A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4CADA050-F6E1-3415-F778-225B9FC3DF0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A877BF08-764C-285B-0FE0-A66DECDCF51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3317F17C-695D-1DE2-6237-DC10A51B8486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2522574C-C060-420B-0D1E-D2633BE36A6D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CDD40467-226F-38F3-3DD8-BC30107D2133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FDEBD9B8-AEE3-26DF-242C-FAEFDBACAB7D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BC5CE33D-4100-F328-3931-934751726524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A91808BC-BB4B-E677-2A34-930B114B210D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EB3F14F3-34DB-7DB0-4BA6-2DDC46C076B6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4CCD84B5-C2C4-C042-2FD6-3F9F391147E5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0DC74F8D-5A8D-5E31-8D1D-5485AF1CAF5E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0C883DBD-5E62-36F3-DDA1-3FD8708AE25B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1EAC9A30-3775-7FDA-150D-B047E8180C17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25037E72-7149-9E79-9FB6-FE10379E041D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6F14F372-7168-0546-BA04-24358D5A1C0F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2D8B9169-C122-A730-D3D0-9A7D272931E0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FA72037D-1E45-4000-8FA4-D1B8C004E64D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D59ADAA9-A527-D06C-DA5F-B3D2FD105CD8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12D49F11-18AE-AB67-AF1D-306E473B91E4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714B6337-DFC5-1351-9E54-25BB74393AF1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39F91B8D-077F-FA6E-6505-37B52FAB0C10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270417C4-8699-4087-7CDE-A6457AE7A5D5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34633F88-3153-B2F5-DF23-549AFA413021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550D76F0-113A-9A42-D338-F9DC1B6B14F9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239A325A-CA30-A0CA-ABB4-028058E6F644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CE5C0FBE-F5AE-A6F9-ECBC-ED9C2DD45E36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95515B1D-8643-6736-D24C-531DE769E3C4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857626A3-6015-4127-3225-B4C8BDD7ED71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D8A756F-14B9-F3A0-F076-B547A101B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pSp>
        <p:nvGrpSpPr>
          <p:cNvPr id="2" name="Google Shape;9222;p75">
            <a:extLst>
              <a:ext uri="{FF2B5EF4-FFF2-40B4-BE49-F238E27FC236}">
                <a16:creationId xmlns:a16="http://schemas.microsoft.com/office/drawing/2014/main" id="{D256CDD6-FF45-9E00-5092-CFC1EAE9AAE1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3B70E0D1-CFBD-AF4B-1ABA-B6D62A9029DB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" name="Google Shape;9224;p75">
                <a:extLst>
                  <a:ext uri="{FF2B5EF4-FFF2-40B4-BE49-F238E27FC236}">
                    <a16:creationId xmlns:a16="http://schemas.microsoft.com/office/drawing/2014/main" id="{3AF4A981-7C18-9901-DBFF-028A7445471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9CA49B5E-E1D3-D368-3381-07BDB278EF2D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59C31603-DF7C-764C-2EDC-52E244F2FD5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D08C146D-5A5E-5A1F-D928-12E26BD1782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6728D641-750E-B842-AD6A-A2C4ACCB91E5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CB7ADBE5-B921-CF45-21B6-B7649BC4C53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046B2272-4D30-ECFE-DAD1-AA3F6CABE7A1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DDE3617E-E60A-6BB1-E1D3-35277F61AA0B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47EDC0EA-9A53-90E2-407E-64EF8BE334F2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364E69A3-CA33-CD5C-E063-927E78D806D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AE389209-0BD2-3AB0-EFF4-8D792BCC9A2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C7064596-2913-119B-93BB-21DE54ABCCE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38377232-1C11-EA71-AE27-18E04D5E0608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E9F982EE-CCA5-C737-6F69-669DDCCDAB3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26E05DF1-7841-09CE-8492-8B5A30403F98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A4B0B890-B6AD-80EE-2B3C-6731A6D93D5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1E7ED98E-79D0-0E8A-E9BA-CD54A2406F1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5A6C6301-30F2-A95F-77F0-C51145B4280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1E13C982-0403-E083-EC96-3E957F92D28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584BC77B-F138-DF1D-E1F5-FD633EA5F52F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20075B93-A828-71B7-8EA2-A4ABFC6756F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20FAD688-339F-8D14-F24F-C05DD136F227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2CD71D7A-2CBD-5FF2-79FB-926E8B46D611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2C2079C1-7217-0E36-44D6-F1E9933BDBC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060245EF-4AD9-DBFE-6CD0-C24BB29B78EE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2E73A6FE-3E6B-6E8C-5FC4-5BE251CE2842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61CE4BCA-1766-7862-3A5A-CA44863D39E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8B40AC53-4797-7353-699C-03815F3CF21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E11DAFBE-C636-4057-69C3-DE1D54A9E2A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7A7A7CF3-495F-BE18-6C81-00D24238E51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7453D233-440B-0E75-09D9-416076EA0757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E619EA9A-EF55-23C6-98DE-059C5FDD26A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C928C21A-1A73-5C9A-F095-FFFEE8A3FC2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50984326-5FAF-2DDD-CB11-3D5D14DA0C0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90DBE0C3-8B56-03C7-17C2-80FB61E02022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4BCFFB3B-F50B-E9A3-D126-041EFDBC998D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9E517A27-3FA7-7400-1E01-5818CF718F7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F3DA0956-9116-B3AB-F8B3-380A0DCB3023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A603FED7-D839-793F-5877-515B6F7AD430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66489AC2-377F-49E1-20AE-9F1B785C42D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828016E2-D7DB-158E-C531-83F460ECEA33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2C09FF3E-FDBF-5B63-FE98-2DAFC28A7139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C4BB954C-64C3-7AC2-CCEA-FBA3E50F4D9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6285867C-BBEB-75BE-C579-3448D46E746B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75086067-BD13-1EEF-82BE-EC2E652EBF32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269;p75">
              <a:extLst>
                <a:ext uri="{FF2B5EF4-FFF2-40B4-BE49-F238E27FC236}">
                  <a16:creationId xmlns:a16="http://schemas.microsoft.com/office/drawing/2014/main" id="{B10D8D44-366C-00A6-0894-69074642CD1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270;p75">
              <a:extLst>
                <a:ext uri="{FF2B5EF4-FFF2-40B4-BE49-F238E27FC236}">
                  <a16:creationId xmlns:a16="http://schemas.microsoft.com/office/drawing/2014/main" id="{65EE29B3-907C-1519-C482-5D102ECB5226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0" name="Google Shape;9271;p75">
                <a:extLst>
                  <a:ext uri="{FF2B5EF4-FFF2-40B4-BE49-F238E27FC236}">
                    <a16:creationId xmlns:a16="http://schemas.microsoft.com/office/drawing/2014/main" id="{AD4786A5-AE88-B059-2F16-FB25B6A8495D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72;p75">
                <a:extLst>
                  <a:ext uri="{FF2B5EF4-FFF2-40B4-BE49-F238E27FC236}">
                    <a16:creationId xmlns:a16="http://schemas.microsoft.com/office/drawing/2014/main" id="{99870738-F608-A5F2-BC69-D96C93DF8D77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66A0E9A7-B7C0-224F-F425-7DBEC8B83A57}"/>
              </a:ext>
            </a:extLst>
          </p:cNvPr>
          <p:cNvSpPr txBox="1"/>
          <p:nvPr/>
        </p:nvSpPr>
        <p:spPr>
          <a:xfrm>
            <a:off x="304918" y="732256"/>
            <a:ext cx="75589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TextEditingController</a:t>
            </a:r>
            <a:r>
              <a:rPr lang="en-US" b="1" dirty="0"/>
              <a:t>()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Flutter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ta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,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,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,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024BA-1E62-656F-6326-CF395E847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701" y="1887584"/>
            <a:ext cx="4194928" cy="10319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F23147BA-076B-CD19-31A5-2772E755C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701" y="2919549"/>
            <a:ext cx="4194928" cy="22239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66ECD2C1-ED7D-09C0-B5EB-ADA30F9F8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36" y="1887583"/>
            <a:ext cx="3267865" cy="32559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9713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DAA07FF-C7C9-E437-74E1-FF0A0083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AA74A6-FE62-37C2-79F4-5642180FF16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4BD4498A-406C-70C8-2486-0A01D9709018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0BB2024A-E886-69D7-A415-BEAFFFA75595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C644AD06-A22B-911F-ECC8-554F5373638C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DF469931-8F44-03C2-66EB-3BC3DBB5A88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5AEA2CDF-13BD-0FD1-AC1D-19012607FF47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F1B31C90-AC82-5CD2-025B-98348DD5A34E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9D8E0359-7DC3-2A1A-40F2-E911B8A876D9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2C2BF1AE-7D4D-A362-BB4A-07727569479F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8B0D1A85-F98F-399D-BC11-650BFDAF7B81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7ED024D3-F5BD-CA3D-92BE-8121B24FADFA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FD22577D-5806-3BA3-72E9-AF9F2AEE8BC7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B3CA650F-8587-BF96-BB0A-AEEC16E4FD33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6A05F18E-0E1F-C9E8-DE7A-9993B8A1CEFC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22C52249-C134-2A5D-189C-1BFADE8D134C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67D42988-09D3-DE82-64FC-D6647726CF45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FA9339AD-A2FD-BDC7-6371-48DCD8844E7D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79A13D8E-9DE2-C351-F03A-2FD3C1F2171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CC2B43EF-EF82-F63A-214C-680926E5BB01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4AA0FFE8-D828-2817-386C-1ABBF404C2D8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C5E7C47E-9425-95AB-A279-C5D8638880E4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C980CCBD-8FE5-CB11-3698-7223B3D3CBD6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76F84A93-315A-8ACB-9868-27D0DF0EA2A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C03C7A5B-B43A-9D2D-282E-365DF729F00D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BC4282C4-309A-1CD5-3D18-4A57FC3BA30C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026414C0-55A7-0546-2D8A-7F2FE1000623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D160B432-D01D-DD1C-A57C-929F27F48F7F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101CD7C7-FF4C-662C-7950-6C8B0D4B9A4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8CC7DD4C-A6C0-3A72-3F57-E74246207EB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CEB76646-C9B0-7664-DDEB-5E9289C65B61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4C237CC2-249C-8AD0-A959-7D23C492541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4B162C29-E878-78E6-7310-D47BBCEC501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DDBC9D4A-B5DC-D308-C07B-F88DF87D77D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3B0FE4E2-085F-FFEA-D186-BB1BCE2D5867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7A47E0CE-281C-DC74-4E80-B831D17E0531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56510409-F7C5-EB66-FBAE-17C504E31F46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634C4F1C-3FE0-09DD-2164-9DE75CBD8F1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2807A41E-30E3-6ED0-90FA-82E67131C290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571FCE0D-F4A3-9FEF-FCAA-3D3AB882DE7B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67E50236-FD38-1697-2721-5D086D52AE34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A1EE2162-D6E0-3437-0BF6-36A6409C5605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1348758A-D853-AF20-47D6-9DBF68BB082A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0A5C4A78-0E46-62FC-DD57-58472A2DC755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4F7F1740-7D46-3B13-42A8-0AA8B6AB109F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5DBC3F39-B43F-FD1E-38EA-51EFD6937F47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0B8BCABC-B43B-5D3A-3A9D-9582C7D2600D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B489A29B-6AEE-CC10-1331-ECB37F7A1FFB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37896A75-4E46-9833-3D01-8D399936E3EB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F9BE652C-87CE-C7C7-B97D-993F44F5B0B4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00785F8F-06B5-0C38-5BAC-9C677CFF0A5B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D10E73D9-9E94-F89F-1AD7-764B56D9EF28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887894BB-AA63-6658-7835-5FE9CAFE6EF3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0790BE30-052F-58A9-E41E-22724C90A27D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5348EFCB-1130-6063-FE79-B5DCD3C40B50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BD4367B4-D199-49AA-11C7-42D5BA640653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EA3843F9-D260-7056-03EC-1FA9EDE46050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0B84D44B-8159-3AFE-F74B-6E548FED1FEC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48B83722-0E25-6867-5218-EE7DDBE75ECD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B9A38A96-3AF3-EA8A-5B95-4AA1A8CC91B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DC81233C-07D8-6A87-89E6-2CBB9DF6D7B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207272E-D989-B6B5-59CE-B13AA2C6A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pSp>
        <p:nvGrpSpPr>
          <p:cNvPr id="2" name="Google Shape;9222;p75">
            <a:extLst>
              <a:ext uri="{FF2B5EF4-FFF2-40B4-BE49-F238E27FC236}">
                <a16:creationId xmlns:a16="http://schemas.microsoft.com/office/drawing/2014/main" id="{B76516FD-7BAA-5A4B-8F76-2B9F6758ECCF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7A1FD66F-B593-6678-2673-9DF41452E582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" name="Google Shape;9224;p75">
                <a:extLst>
                  <a:ext uri="{FF2B5EF4-FFF2-40B4-BE49-F238E27FC236}">
                    <a16:creationId xmlns:a16="http://schemas.microsoft.com/office/drawing/2014/main" id="{855F4B4B-B86D-7C19-9150-6540EB627B2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3EA6AD69-D415-B948-D682-30AB8916C303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3E391060-6899-68E1-985F-82FDEF46FBA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658D263B-25D6-E79F-756B-927BC400EAF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0953AD33-D43B-C1C7-E1BF-5626F4A6E9DE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F1CD37F5-68ED-1DF6-3595-630580750B8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ABDC2169-BE81-9798-DE5D-E86281B83966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2D552E69-9F02-DFF9-6176-48B5A9270963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AA845E6F-7C83-3045-9153-42D7EEF5AC42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08A73E7E-D1DE-625C-CFD2-AB0E469C0F5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7EF81D46-5B26-E575-3C3B-4CD50A58673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E41DA3C3-019B-8B69-57FB-4076F59F3F3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C7AD1A2D-4B72-3717-C8A8-54BC6E945C41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E972C2D2-2998-5846-C0F1-ADF659089EF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7874C012-4BAD-221F-B4D6-8764E289B40E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D9365FBA-09BD-6F65-8FA4-A5CFF4364000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3969860A-4614-6D37-1428-555433A4918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6B05EAF7-7E9C-6728-72FA-A0438337977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E8BDEECE-0D5C-218B-7DC7-9B8CB3FCDBB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89B07876-FB65-D2B2-5FA7-4FE38CDE5345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DABCC840-2CFF-F1D4-6249-5EC2EE0F2F1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79A682CC-9974-5703-73F5-7039A218C595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E24DEA8D-8F9B-CCA4-CC21-5BA58BF972C7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9911C631-5071-6A72-CBE9-F10F1F4D454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D05B8A7F-A6F5-917E-CBBE-273FB145E21B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EFC09296-AC0D-23BB-2B6D-CE937AE9428E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D7A5D98C-4F9E-08BA-8188-57D1790E756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F31B9B73-9E11-078C-037D-EF0FF502720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86E086A3-1ED1-8290-65B0-B40E50F69FC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E0C97D5C-0B92-3601-B077-4C4018A6454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9FBA3DFD-EC56-5A78-BA43-A6FFED7E5E4F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170BAADA-4A00-6B52-9D00-6F34DC40400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4B31D97A-102D-EB3E-9C71-505DD2087D2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42F9DCB1-0B48-0706-3CFD-D15B2A6DD17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A7E3F1A0-6D33-9673-2AAC-6CB059DBA302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5F326AA9-20F5-A253-E6F7-4C15C581EE6D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39CA32E5-4B23-2724-BB7D-D382D7C5E8A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AA1834BF-EAD3-DC32-9CFB-5D7B7B1C7522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AF075E2C-1BE4-D031-E6F8-64BDF32DFA41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6D2560B0-E93C-7466-544D-FC0616F41A3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3F736FD8-D3BA-D19E-8269-4B5FF3C3F1B1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B05E9731-B6E9-5C19-2E69-C55770F59D18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D6C9E595-EDED-7D3C-7034-A6748E267FA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D9A7BC74-F928-FA05-CDE4-134B8B2E222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F4A4BC69-3354-E02A-5B45-83509976263D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269;p75">
              <a:extLst>
                <a:ext uri="{FF2B5EF4-FFF2-40B4-BE49-F238E27FC236}">
                  <a16:creationId xmlns:a16="http://schemas.microsoft.com/office/drawing/2014/main" id="{5F591B8C-F469-C994-BE6E-1238687B5B11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270;p75">
              <a:extLst>
                <a:ext uri="{FF2B5EF4-FFF2-40B4-BE49-F238E27FC236}">
                  <a16:creationId xmlns:a16="http://schemas.microsoft.com/office/drawing/2014/main" id="{0F39FDEF-E10B-A57A-0CEA-CF284E3661FF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0" name="Google Shape;9271;p75">
                <a:extLst>
                  <a:ext uri="{FF2B5EF4-FFF2-40B4-BE49-F238E27FC236}">
                    <a16:creationId xmlns:a16="http://schemas.microsoft.com/office/drawing/2014/main" id="{2D46359A-86E2-DB1E-9359-ADEF4D2E6E1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72;p75">
                <a:extLst>
                  <a:ext uri="{FF2B5EF4-FFF2-40B4-BE49-F238E27FC236}">
                    <a16:creationId xmlns:a16="http://schemas.microsoft.com/office/drawing/2014/main" id="{5AE92222-E79E-1B4E-74EE-AA7AADF231F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8F37B16-D124-C5E9-8EBD-A2009DEF20EE}"/>
              </a:ext>
            </a:extLst>
          </p:cNvPr>
          <p:cNvSpPr txBox="1"/>
          <p:nvPr/>
        </p:nvSpPr>
        <p:spPr>
          <a:xfrm>
            <a:off x="1248283" y="1395314"/>
            <a:ext cx="57599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Để đảm bảo ứng dụng an toàn và dễ sử dụng, </a:t>
            </a:r>
            <a:r>
              <a:rPr lang="en-US" sz="1800" dirty="0" err="1"/>
              <a:t>cần</a:t>
            </a:r>
            <a:r>
              <a:rPr lang="vi-VN" sz="1800" dirty="0"/>
              <a:t> kiểm tra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lệ</a:t>
            </a:r>
            <a:r>
              <a:rPr lang="en-US" sz="1800" dirty="0"/>
              <a:t> </a:t>
            </a:r>
            <a:r>
              <a:rPr lang="en-US" sz="1800" b="1" dirty="0"/>
              <a:t>(Validation)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vi-VN" sz="1800" dirty="0"/>
              <a:t>thông tin người dùng cung</a:t>
            </a:r>
            <a:r>
              <a:rPr lang="en-US" sz="1800" dirty="0"/>
              <a:t> </a:t>
            </a:r>
            <a:r>
              <a:rPr lang="en-US" sz="1800" dirty="0" err="1"/>
              <a:t>cấp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đ</a:t>
            </a:r>
            <a:r>
              <a:rPr lang="vi-VN" sz="1800" dirty="0"/>
              <a:t>ược sử dụng trong các form đăng ký, đăng nhập, nhập email, mật khẩu</a:t>
            </a:r>
            <a:r>
              <a:rPr lang="en-US" sz="1800" dirty="0"/>
              <a:t>, v.v.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Giúp</a:t>
            </a:r>
            <a:r>
              <a:rPr lang="en-US" sz="1800" dirty="0"/>
              <a:t> </a:t>
            </a:r>
            <a:r>
              <a:rPr lang="en-US" sz="1800" dirty="0" err="1"/>
              <a:t>đảm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xác</a:t>
            </a:r>
            <a:r>
              <a:rPr lang="en-US" sz="1800" dirty="0"/>
              <a:t>, </a:t>
            </a:r>
            <a:r>
              <a:rPr lang="en-US" sz="1800" dirty="0" err="1"/>
              <a:t>tránh</a:t>
            </a:r>
            <a:r>
              <a:rPr lang="en-US" sz="1800" dirty="0"/>
              <a:t> </a:t>
            </a:r>
            <a:r>
              <a:rPr lang="en-US" sz="1800" dirty="0" err="1"/>
              <a:t>lỗi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quá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966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2786FB7-8DD6-4A23-ABFD-12569A5D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A2963F-EFE2-C889-1FD9-AF1F6A8DB8E0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577E9286-9202-513E-A6F2-AC3DEA5E53A1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F29ECE40-59B3-767A-6460-ECBEB73A502C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8F413E43-3213-C3B2-4144-58FC0996A32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9B835E22-9D96-8040-177B-138D62DF46F4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A5DB2C6F-A1A7-7073-4304-71A771270EDC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F90CE22D-8957-820E-7ED4-51A664F2DE1C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865335D6-EDBB-3144-1055-2A40FB66067F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27513F5D-817C-1FB9-CD52-19B83196046E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A190E72F-EDB2-792F-7A9E-EE8ADB50154C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C6E2A627-76F7-1DAB-5ABE-94B9A83836F9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F6638EB8-1DD6-5226-8944-2491706B0FCF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49D6C87C-4958-B352-186E-C1AA472EE682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5CF0BF75-7314-4C6B-4D4C-07C77D0D656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F02BD321-1D0C-35F0-FECB-61187F42FB04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7C324F68-4201-ED7C-2966-69C6B78668F9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802A754-4C20-7AC0-C10E-EDAB81C79ECD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76F94F21-D4E4-DFBB-3ECD-B1C459C0BFCD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BC7BBB48-5675-1997-ACE9-E58CD6AEE62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CE678B3C-DF8F-FE1B-B0AD-FB7FAFFB72CF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1EF66D2A-F60F-5E40-CE3A-E18FC8501DB1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3FBEE1A3-62C6-417D-78EF-DAB49A6DB06B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707B5698-B680-3BF1-6526-4F2AFB89A5D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D7E9896E-933C-550D-C439-60A5375BED2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67936446-B5F6-0632-D3CF-C0B01C51401E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00D1B730-B161-5E47-410B-F22E8474539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E601AB6B-51F3-CC92-0217-C1EFB7A32E15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EBDC36DA-542B-DBED-D35D-C0F87382E755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E126F64C-5971-F8E5-8F1B-8EC59B1B0FF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95C85790-629B-82A3-2774-DA0E20080D9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DBDE2EE-69B1-F007-9A42-467798AB6DA6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3B1EFF58-8B9B-CDE9-7E84-DDE8D9D50286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15709802-2AB1-CBD1-D027-12AC8F9AC589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898C62D3-29E5-8693-9B92-96A872E36BCC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8C2ED3FF-0456-F364-F211-1C98C661B875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45A5BFC9-472A-66FB-265C-FF77428FFB7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33850FC7-B92A-459F-C906-1FE37F35C7E2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DC39CCDA-C371-F28D-52D8-1527044A3875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6C282392-C5C4-58C2-FDE5-67F06B0ED2AA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66EB1764-FF55-F497-9FE7-2E6960E3DB70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44915CDA-1D41-9B7F-BA3E-FFFB31F8FB40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EC697EF8-EEA9-189B-19A1-C8693F25107F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EC3C6F02-6C09-A7C3-AEC4-54C073D77F8B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13846A03-61DE-533A-4B6B-47BA581DA509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12B20F21-B7B5-AD71-CB3B-9F8EEF294FED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676EDE9A-08EE-94B1-28AB-5B27357AED54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7B0EC62B-D184-8265-DC57-0332A4C32A74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1889B6CE-45D3-E144-2BF9-C102DF5CC3E3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52C69080-B8A0-178C-BC7A-1E96AEC3D183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5268C258-AF11-BABF-A9A1-2770EB1D9234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8511E4BF-6D71-CC5A-6F37-4D3FDE563C80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0BE8D87F-95FD-14E2-7CC6-7A6FBBE24AA3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E965BECA-8B15-B26B-9028-E886EA0FDCA9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29309CCB-ECB0-2FA0-921D-386FE77C2885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A5B12C4D-379D-13C2-A250-090CEC2FC37B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A6E186E6-7395-18A4-8CB2-F1B59A2CCEFD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39213425-F901-3B89-55A8-A0CE2C4728B1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B2F146E3-3BFD-7C57-E2CA-25077A16A695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D1350C7A-8063-212F-9CF5-F0C0448D65FA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A27C7FFC-202C-1D97-FBD2-C1A2919ACA76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A03CADC-2491-A224-B218-937DB391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pSp>
        <p:nvGrpSpPr>
          <p:cNvPr id="2" name="Google Shape;9222;p75">
            <a:extLst>
              <a:ext uri="{FF2B5EF4-FFF2-40B4-BE49-F238E27FC236}">
                <a16:creationId xmlns:a16="http://schemas.microsoft.com/office/drawing/2014/main" id="{F907BB0D-4653-47B8-A109-52439EDF2DD7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20E5D076-590D-1AD7-ABDD-1E744E5D1491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" name="Google Shape;9224;p75">
                <a:extLst>
                  <a:ext uri="{FF2B5EF4-FFF2-40B4-BE49-F238E27FC236}">
                    <a16:creationId xmlns:a16="http://schemas.microsoft.com/office/drawing/2014/main" id="{A4C50652-1AC2-A45E-C919-4DA3A0A70DC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AC966DA4-8609-8CC3-9D3E-64A0154CEB03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F7B79DB7-F725-CFCC-6F15-11F57C55BA5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0B5D41E7-8F9E-4950-9287-5B952641830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725EEBD4-C982-2165-18A6-AEF7DD0BA6A8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DAD0C0CC-634C-65D2-A712-D2EF1FE25E7E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967B4C82-CE87-7030-C1EF-AED667D9A842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E58E7920-FD46-0453-C473-4A33EEA29724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62D82EB9-EB73-3413-2018-20CED02A7EB0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C4948EA3-4492-CF9E-FA14-268869B741E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45E38DE2-E85D-137B-093E-6B780A61704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EA3CDB50-B485-4D84-3E79-A607738065C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F063DA19-7B34-43B1-CAFE-7B59BD9D1E6F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A885013C-2DA2-ACE8-8A1D-E0C9C503721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923EED8E-E90A-FDD1-4C9D-233929C054C1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4BB065E4-B8E0-E4C9-7FF5-64BA52638AB0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4EEE49B6-1CCA-99B6-AC96-1878738AAD6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A2DF8CE6-06A2-5075-7860-F5E336E03D9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2DFE3088-8AB6-B500-4F66-E5D8DC09992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54887F73-D361-8C85-8C90-8946BD6389E1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B4816D80-86BB-3FDF-CE12-F5FD8B6381B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AE1DD3B0-1CB0-7CDA-D4AF-1B21CDF2E488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D174D92E-948F-E165-DD3D-0141A22EB638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AFE671DF-3855-4903-15BC-F28EEB6CAC5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CD683A93-8795-C2FD-E81D-D0C90591F632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C0DC9415-FBF6-710C-2805-4EAF7499E22A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866F6AB6-21C2-2C95-81B3-B143D7D49EF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6B0EE419-C44E-3AC0-7FA9-DC8DA472371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37D5BBD3-0472-1B40-579C-54CF429E6A5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A5A51413-07E0-9A24-0367-C70CD9CDBC6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E14D2AC5-31FB-DC9E-1077-0D7681BD7724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28FD2C52-72E1-8203-4148-0DC15670024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F3F524B6-FDCD-F581-A091-74C5414C942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E93F3337-A8E5-4C49-731B-EC5D0920055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4CBDD244-8E3B-7036-84BC-87990854757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837D1BAE-0687-6249-46A8-E5217EAB32FA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7A145CB5-75EF-27EA-80DE-DC9EC85EE18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E485F2DD-C0F8-E04D-4DE4-25BEF7DAB0EA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933F0A3F-EB49-B930-207A-444F2F8983B4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9D6F01A8-71B1-EB3B-C9E8-57E4DF42852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CAFAE85D-82D1-2313-9F45-857458F689D5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AFA32920-DED7-A3D3-67DA-3D4E5549DBBC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5D511FAD-550A-6989-2E89-36DC31A9A45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65E2CD4A-EE84-8602-B5B0-87CD5DF40484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9D7BAD03-CC98-E1F4-2EB1-AE927D4A5B54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269;p75">
              <a:extLst>
                <a:ext uri="{FF2B5EF4-FFF2-40B4-BE49-F238E27FC236}">
                  <a16:creationId xmlns:a16="http://schemas.microsoft.com/office/drawing/2014/main" id="{197330EF-3D1D-7AA9-866A-BDF7658750A7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270;p75">
              <a:extLst>
                <a:ext uri="{FF2B5EF4-FFF2-40B4-BE49-F238E27FC236}">
                  <a16:creationId xmlns:a16="http://schemas.microsoft.com/office/drawing/2014/main" id="{B99412C1-ACA6-AD3A-2455-93EA403A5586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0" name="Google Shape;9271;p75">
                <a:extLst>
                  <a:ext uri="{FF2B5EF4-FFF2-40B4-BE49-F238E27FC236}">
                    <a16:creationId xmlns:a16="http://schemas.microsoft.com/office/drawing/2014/main" id="{F2BC9F3C-7EE9-937B-8EFD-C327D6294D24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72;p75">
                <a:extLst>
                  <a:ext uri="{FF2B5EF4-FFF2-40B4-BE49-F238E27FC236}">
                    <a16:creationId xmlns:a16="http://schemas.microsoft.com/office/drawing/2014/main" id="{6DE8B980-F804-DCFA-60E8-81C419E3C30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2" name="Picture 121">
            <a:extLst>
              <a:ext uri="{FF2B5EF4-FFF2-40B4-BE49-F238E27FC236}">
                <a16:creationId xmlns:a16="http://schemas.microsoft.com/office/drawing/2014/main" id="{FF2EDC70-8E94-E1D7-482E-E646C4315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149" y="886439"/>
            <a:ext cx="4000249" cy="1111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A73EF2-F746-54C7-7738-59AA18E06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149" y="2419495"/>
            <a:ext cx="4000250" cy="1937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3AA1D634-06B9-CAE2-7786-073A534A0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18" y="688052"/>
            <a:ext cx="4045013" cy="445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36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21E1906-BC2D-94DC-B2E2-A80B2C51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8C2887-C7BB-C0E9-9857-5A822F8CBE74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Input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8D3D4F6A-A665-3891-1125-338C4168E840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2ABD842E-36D0-4CE7-D82C-9B1EEABDF527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5FDD587A-3C9C-B53E-138E-2C02A55027F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E4358406-74C2-5695-4DBD-BE8190030BD2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CE20CE41-1850-7AA1-5202-5CC34502793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D5696F44-D12A-74D9-47D7-B3D3FB568FB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27311310-B34E-3FE1-C747-EC0D51456732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78C023DC-7F90-85FB-DF29-EFA4A6612651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E07447CB-0B56-D93B-728D-C377BE9D3E64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93826805-5E70-237C-4491-893F1E59A39E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E238FB8E-9479-DFE7-A440-54221BB244F8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F68A072C-6041-0A61-513D-36CBC5964A5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7CAB7371-DD7F-8B06-75C0-59244DC338F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EFE3C78F-08B3-1497-D5F7-7A28357A0FA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52CBF314-22ED-B163-DFCC-063C7530B7D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AE59D993-F4B7-E188-90A9-5B930E63AC8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E1557517-9A9C-CA1E-9285-663ACCF82250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C04019A7-7F5D-8557-4C9A-83063086AE1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DAF7C9E9-5FAF-388C-C9EF-DD8387768FB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1202B2DA-C46D-FE0F-F008-4A615DB6D58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2897AF5E-FFD4-8345-6DB8-A7729CDE75C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82C5BB37-0D28-03A9-5159-C288E00093BC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E634A9E4-7CE9-36EB-57BA-B33671BBC4C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233D8C1E-626C-4972-6B4F-BC5667DDDFA7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46666C4B-1325-A59D-EDEE-C4286EF1A67D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DE47FACD-C58A-2C64-A4EC-E8BFA0894EE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67563F7D-DEB5-E174-E7D7-77CEFFB96B03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4337779D-B34D-9AF0-CB26-9C87AEBBFD60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29058EF4-1F64-BC2C-4016-EE6830DC70D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873F0890-DCDE-5035-571B-D26717F09BA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D6DC73A5-DBD1-3983-C9A6-7A3BE07DC2D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201EB517-F7ED-309C-E268-66D0CC7A5CA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BEB01679-AD92-948B-00B1-71D592EEF8F9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FE2391E6-528B-C464-9F78-895982D090F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D4FBB094-09F1-6512-4827-87B45DECE2F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B9F0A7E5-AE2F-90AA-0DE2-DC06E1225D6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2F9788CA-E74C-3081-56D5-A910A2CDE416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FCAD9CD2-3B18-D8A2-8C6C-342183B0BBED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58FFD782-3150-69E8-9C22-8499BCFAAED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165F835C-D88A-093E-5774-47BD92464049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47680395-FC2E-B35B-84C9-49FD28CAA419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69300728-A3DB-8750-4E78-98925C8635D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82F17782-A910-8A33-249B-726059FE616D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CDC52707-B9E2-7F79-CDDB-9F3D86A09438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E10F006D-85F2-DB64-4B6B-ABDB5548735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B19E1BFC-E4E5-AAAD-5CF4-3702C3DAFEF4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AB429CF3-92CB-FEFC-0B33-2B6704220D72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B035ADF1-09E7-9465-1156-5AABF77934A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2E58AA37-DDD9-6B8A-8E40-0CC8E7E9C2C9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7438158B-C2F0-77A8-563C-0DB453069907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3A13F11B-B74D-CCBA-66BF-C994F805A9CD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2FF83556-59E5-F0F6-1AF4-4B68C4860C2D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E144F835-0139-7437-E600-E06696B67A7C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8401F154-0DC2-2C38-59C0-377C959B8913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3FFD9A46-2EA4-E943-ED71-A31FAF2B744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4106E5ED-E553-13A7-C478-B88AF6CCB869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41AD5D3E-FFF3-4DF0-1A7F-9D7032C51E49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BBA7A58A-A19A-8103-8272-6CAD69BCA489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CCC94675-8D27-A285-FA3C-CE8B6D35D4D6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223E852A-7FC8-A204-5ECB-C69A073DB519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E14AF704-038E-5CB6-C261-CED5A1EE3DC2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F659DAE9-E1A1-DAAA-B294-1D90C17F5E5E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3C9C7EC0-7D3E-88B6-E224-67A63465CBC9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EBAF14A1-DD2E-12D3-A6AE-D0D31D0726B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6B1E08F8-87A2-4E5D-B0F3-597A90E4C5E6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9A93C181-A94E-60A4-FD01-D69848D6EA1F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47363C77-539C-9341-AC5E-D15BC328484F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454DD7C2-C966-9361-2145-D9FFA1CE3732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21964500-0FB6-1F85-9761-CB67EF69C11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5F30EA0F-A249-C14A-B90F-9E2412AAB6B1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A80D563C-CE71-9F5A-7DDD-A5B33B05DA60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CF86EBE7-A5F2-CE2C-19CD-EF1F2E992899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23C5F406-66C8-0327-8073-05A261F59934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F132EE67-86E8-A6E4-66AF-9FF02A21EA8C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21100E13-BD14-287B-B80A-F14629F5A7D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C8F4087A-D16C-F894-190C-5727A03E13BF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FF3A748F-4790-CA50-5F44-BBE31D6CA80C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175E8E65-D5D2-3876-F1B2-F694E94347F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C1D7E284-6C15-699A-40E4-9BE6B3B0E1CB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BAC859C2-3646-3C91-2EDA-E0C2E04341CF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F83F2FA0-2E2D-4E40-3628-0B539983A6D1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3C546B2F-F9DC-EEF7-CFC8-839382113BED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B5E008D2-B4B2-0AB7-C8EF-E651EC6C5E5F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F2C371E4-36F2-A3FD-B6C1-5C094B5D8C54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19414498-6677-251C-98F2-35AEE45CCAF9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5D8D7186-93BD-8E69-2243-D34331C44D45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E35BD14B-244C-4AC8-273D-B3BB49870DE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2DC51B8D-EF7B-70E8-5756-7FADB0E3D3F3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C4EA6B14-B234-4CB5-D9E4-1D799730BD2A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58547539-BE2E-F926-34DE-28A6DA4C5165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F0B533A7-F137-6459-4323-914094D56BB9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1FBE0751-A6F1-361E-075F-17A63E4E178F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8EB45C4F-B003-05D0-E4B9-46D7009B0361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3913AFD1-B1B4-2556-9ECE-34086E9DD950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EA2F9622-7CCE-239A-D016-139EA9104636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1E84C62F-29A2-9943-7C60-905BFFBE42BA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270EA54A-43D8-10E9-5AE6-B8D65CA6D3B9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F2A3EF5E-C9C9-C20D-0936-E7407808796D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08C8C904-FA51-8128-D098-2682C7F01F39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B459F3B5-3B8A-9EDE-368A-FFABDE654844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A8D1CAE3-BE39-A123-1986-CA028E098595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5CF05C5D-A305-F1AE-98B1-431C69DA98EF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342D90A2-43F8-1363-B693-3C02255431E0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AE89E12E-FF7E-A324-CF66-94814E02B4EA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634672CF-1953-7148-5E52-8C61E991BC6C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EF664EC0-E60B-DA03-102C-30551B4AB8C3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ED6F1FCF-35BE-4A71-D7E5-7977781434AA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5D10C2DE-531D-C149-2114-74B274E4424B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303CD1AF-6CC1-FC23-21DF-294B67831BCE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B7D0BE80-9C3B-6B4D-661D-3012272836DA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DC4DE05-8A15-A088-1F0E-195202485A8A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b="1" dirty="0"/>
              <a:t>Switch, Checkbox, Radio, Slider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5DA58E1-F7B0-ADCA-714F-31248614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49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D46A22-8466-0304-8FB4-DF1CAC6F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E55629-8205-AC34-F4EE-666B2397769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Switch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5F17498C-C3E0-1934-BF10-D0F90261BE41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B9E1415C-A742-D9C5-C80E-540EDF985E2A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0BD8120E-FC9B-BC3F-04B8-C7BFB24DF7C0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EAADBAB3-A263-0273-88BF-C92D28605339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962C3307-8FEC-8DD6-5920-1ED8FC215A5F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C51D806A-5422-FABA-85E9-F609351EEA0A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749E3BA9-5925-B695-EEC3-246DCFA53C54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19B06B31-290B-6E97-8210-A3C279880317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F73C8ECA-2F9B-C9FC-F7A0-B165A4364FFB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C08CDEE2-CAD6-379E-EC86-BEC9B145F367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397A9042-94C3-955C-204E-8662919D79E0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2E3AD27-832C-D892-F019-E0AFFD275F72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E189465B-B7CA-A578-55CB-C2F1FF4CB28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C021C13B-DF61-F5DC-43FE-C12F331A65BF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9B945FA1-E22F-D91C-7E09-72BD1C271F69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AD095828-EDAE-B904-4137-AB97AC50ACD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B4EEC64F-3C20-06EC-E6EB-8DF9BAD45811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E5D0B5B6-A198-4A25-44C3-B7B9214A1E91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C91AA35E-954D-F34C-9601-DB06C525599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BAC80684-E230-F4C0-B707-A594211144B7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66898066-7C0F-A6A8-3CDA-1C6794C78EE7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A3DC571F-4CD6-97F1-5F7E-F8B9E71C1E67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6A4E230E-C0A9-2B44-A3C6-38213B5669A2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5B7C6B3F-5739-7013-C3B4-E89E8385B544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5EA98990-7BAA-1F01-5949-D6939E98D76C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ECD71E1B-759F-B078-22B4-10D36C677DA2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6EFCF73A-321B-0A48-AA11-C20E6D50BA6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8E0C2723-70EF-D2A4-35FF-63377F78EBF8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76386425-3948-9579-8E02-632D39CC1CF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56A3B5F0-8FE1-4B76-490E-2855D73D77E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A5DD94C9-8E7E-AF88-81BD-9FD93E22ECCB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898315FB-6918-1D52-E931-EF73CFC4B86E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D12B09E2-36A8-71D0-0190-71BB46D1882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4D771CF1-E4F1-3D85-C02A-015862BFA98F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8556C35D-B2CA-CFF2-8748-4D7324D842F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B9667586-9B66-B158-ACB3-8D2432EB786F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272AEC26-732B-AEBF-A25A-80CCB0DC1E15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8899F00D-9AC1-F286-8567-E04D0649F98F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B2F6D9FA-7DDF-5366-51EE-4D0DB50DB6CA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3FB47BA0-6CE0-889E-E7D5-E2E7B5FB2EAE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7BA0B591-A65A-9702-2C43-6B0866993F58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461236FC-CF5B-6B14-E188-7A543942C622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6B37FFA1-F010-777A-FD70-D44505A0E649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9A8FEFBC-C111-E8B5-595C-A547FA7EB85B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A629F8AB-6479-E2D2-C0DC-6F4161284BB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5D90C62E-B8D9-DB19-6B2B-A585150D0C90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80B1F63A-2829-190E-830F-2BF821AFB7EF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50C941BE-F252-E3CA-D1E2-1AFCEF72693F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B3EB055E-DBA4-CE1D-2FD5-7F83AE7222B7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91A401C0-1C8D-963F-E37C-17F81DEC04BD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1888E20F-E5EB-423F-1843-77AD9FCE6B46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0FAC54FC-ECB1-E4AE-4B5F-8904742C210B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8271727D-A94A-E6BA-7296-409CCF3F6E82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F5E08F5C-A143-9950-178B-DD1D7B4348D6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37491894-9374-9422-B4A0-53C9D37AEA30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6F192822-153A-EF89-AA53-B6189F5C3AF1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F6E7222E-6FCA-A891-34C9-A93719596BC8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6BD0A4A3-54F1-C15C-B6C0-E8ED5D1D860A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6A2B7496-D994-5397-EC1F-967FF749D0E9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FE59A60-DE57-2A56-3147-B03ECE4C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B41138-8382-E27A-0F37-7DD8F8340235}"/>
              </a:ext>
            </a:extLst>
          </p:cNvPr>
          <p:cNvSpPr txBox="1"/>
          <p:nvPr/>
        </p:nvSpPr>
        <p:spPr>
          <a:xfrm>
            <a:off x="1191145" y="1574212"/>
            <a:ext cx="65681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Switch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widget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bật</a:t>
            </a:r>
            <a:r>
              <a:rPr lang="en-US" sz="2000" dirty="0"/>
              <a:t>/</a:t>
            </a:r>
            <a:r>
              <a:rPr lang="en-US" sz="2000" dirty="0" err="1"/>
              <a:t>tắt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cài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duy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Khi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switch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, widget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gọi</a:t>
            </a:r>
            <a:r>
              <a:rPr lang="en-US" sz="2000" dirty="0"/>
              <a:t> </a:t>
            </a:r>
            <a:r>
              <a:rPr lang="en-US" sz="2000" dirty="0" err="1"/>
              <a:t>hàm</a:t>
            </a:r>
            <a:r>
              <a:rPr lang="en-US" sz="2000" dirty="0"/>
              <a:t> callback </a:t>
            </a:r>
            <a:r>
              <a:rPr lang="en-US" sz="2000" dirty="0" err="1"/>
              <a:t>onChanged</a:t>
            </a:r>
            <a:r>
              <a:rPr lang="en-US" sz="2000" dirty="0"/>
              <a:t>()</a:t>
            </a:r>
          </a:p>
          <a:p>
            <a:endParaRPr lang="en-US" sz="2000" dirty="0"/>
          </a:p>
          <a:p>
            <a:pPr algn="just"/>
            <a:endParaRPr lang="en-US" sz="2000" dirty="0"/>
          </a:p>
        </p:txBody>
      </p:sp>
      <p:grpSp>
        <p:nvGrpSpPr>
          <p:cNvPr id="11" name="Google Shape;9222;p75">
            <a:extLst>
              <a:ext uri="{FF2B5EF4-FFF2-40B4-BE49-F238E27FC236}">
                <a16:creationId xmlns:a16="http://schemas.microsoft.com/office/drawing/2014/main" id="{A18996E0-1F92-5AC5-3DAD-33597C1FCE1D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2" name="Google Shape;9223;p75">
              <a:extLst>
                <a:ext uri="{FF2B5EF4-FFF2-40B4-BE49-F238E27FC236}">
                  <a16:creationId xmlns:a16="http://schemas.microsoft.com/office/drawing/2014/main" id="{363ED412-DBDF-F800-51B4-F1716D7B6067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7" name="Google Shape;9224;p75">
                <a:extLst>
                  <a:ext uri="{FF2B5EF4-FFF2-40B4-BE49-F238E27FC236}">
                    <a16:creationId xmlns:a16="http://schemas.microsoft.com/office/drawing/2014/main" id="{1A64E6C5-8BBF-E7B2-C8EA-5D781AF6A55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5;p75">
                <a:extLst>
                  <a:ext uri="{FF2B5EF4-FFF2-40B4-BE49-F238E27FC236}">
                    <a16:creationId xmlns:a16="http://schemas.microsoft.com/office/drawing/2014/main" id="{6BA254E8-EECE-2026-2ED3-7BCCE04C3BC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6;p75">
                <a:extLst>
                  <a:ext uri="{FF2B5EF4-FFF2-40B4-BE49-F238E27FC236}">
                    <a16:creationId xmlns:a16="http://schemas.microsoft.com/office/drawing/2014/main" id="{7090C941-D355-F200-5026-A43DE5178DE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7;p75">
                <a:extLst>
                  <a:ext uri="{FF2B5EF4-FFF2-40B4-BE49-F238E27FC236}">
                    <a16:creationId xmlns:a16="http://schemas.microsoft.com/office/drawing/2014/main" id="{E7BFBBC8-DEF4-ACBD-A7CC-8B8CCB8A256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8;p75">
                <a:extLst>
                  <a:ext uri="{FF2B5EF4-FFF2-40B4-BE49-F238E27FC236}">
                    <a16:creationId xmlns:a16="http://schemas.microsoft.com/office/drawing/2014/main" id="{43497155-5075-A03D-2EA4-BED6A656E100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29;p75">
                <a:extLst>
                  <a:ext uri="{FF2B5EF4-FFF2-40B4-BE49-F238E27FC236}">
                    <a16:creationId xmlns:a16="http://schemas.microsoft.com/office/drawing/2014/main" id="{01AD5E6A-8B8F-CB21-6817-5D5540F30A4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0;p75">
                <a:extLst>
                  <a:ext uri="{FF2B5EF4-FFF2-40B4-BE49-F238E27FC236}">
                    <a16:creationId xmlns:a16="http://schemas.microsoft.com/office/drawing/2014/main" id="{82494C78-4303-A493-BC91-3B55602081DA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1;p75">
                <a:extLst>
                  <a:ext uri="{FF2B5EF4-FFF2-40B4-BE49-F238E27FC236}">
                    <a16:creationId xmlns:a16="http://schemas.microsoft.com/office/drawing/2014/main" id="{E8E8194C-552A-C613-8A08-0117FDA1B7F2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2;p75">
                <a:extLst>
                  <a:ext uri="{FF2B5EF4-FFF2-40B4-BE49-F238E27FC236}">
                    <a16:creationId xmlns:a16="http://schemas.microsoft.com/office/drawing/2014/main" id="{E0897DA0-4DDE-8761-3FDE-7C413D0DD57B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3;p75">
                <a:extLst>
                  <a:ext uri="{FF2B5EF4-FFF2-40B4-BE49-F238E27FC236}">
                    <a16:creationId xmlns:a16="http://schemas.microsoft.com/office/drawing/2014/main" id="{2B49C311-637A-FB79-D00B-32E6D707A95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4;p75">
                <a:extLst>
                  <a:ext uri="{FF2B5EF4-FFF2-40B4-BE49-F238E27FC236}">
                    <a16:creationId xmlns:a16="http://schemas.microsoft.com/office/drawing/2014/main" id="{909F3696-B174-7BB7-8A09-80543CEAF81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5;p75">
                <a:extLst>
                  <a:ext uri="{FF2B5EF4-FFF2-40B4-BE49-F238E27FC236}">
                    <a16:creationId xmlns:a16="http://schemas.microsoft.com/office/drawing/2014/main" id="{B9DF1AC8-7121-9837-BA41-7D178E5D254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6;p75">
                <a:extLst>
                  <a:ext uri="{FF2B5EF4-FFF2-40B4-BE49-F238E27FC236}">
                    <a16:creationId xmlns:a16="http://schemas.microsoft.com/office/drawing/2014/main" id="{42FAA16D-F322-1BF2-D32E-C9E8CBA97DFB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7;p75">
                <a:extLst>
                  <a:ext uri="{FF2B5EF4-FFF2-40B4-BE49-F238E27FC236}">
                    <a16:creationId xmlns:a16="http://schemas.microsoft.com/office/drawing/2014/main" id="{BE02003D-62A2-7094-8541-0E1EF30B152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8;p75">
                <a:extLst>
                  <a:ext uri="{FF2B5EF4-FFF2-40B4-BE49-F238E27FC236}">
                    <a16:creationId xmlns:a16="http://schemas.microsoft.com/office/drawing/2014/main" id="{EB6F6CAC-1BD7-275C-234C-01A1B1DC951A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39;p75">
                <a:extLst>
                  <a:ext uri="{FF2B5EF4-FFF2-40B4-BE49-F238E27FC236}">
                    <a16:creationId xmlns:a16="http://schemas.microsoft.com/office/drawing/2014/main" id="{B572AD92-AD1C-C627-BA45-6C5C9C9C355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0;p75">
                <a:extLst>
                  <a:ext uri="{FF2B5EF4-FFF2-40B4-BE49-F238E27FC236}">
                    <a16:creationId xmlns:a16="http://schemas.microsoft.com/office/drawing/2014/main" id="{8CDBC201-FF5A-45CA-CFF6-810632E4F23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1;p75">
                <a:extLst>
                  <a:ext uri="{FF2B5EF4-FFF2-40B4-BE49-F238E27FC236}">
                    <a16:creationId xmlns:a16="http://schemas.microsoft.com/office/drawing/2014/main" id="{2747A266-E672-E4EC-188D-B10B24C4832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2;p75">
                <a:extLst>
                  <a:ext uri="{FF2B5EF4-FFF2-40B4-BE49-F238E27FC236}">
                    <a16:creationId xmlns:a16="http://schemas.microsoft.com/office/drawing/2014/main" id="{961D52B9-6625-3BC8-6525-C06D2EEDCE1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3;p75">
                <a:extLst>
                  <a:ext uri="{FF2B5EF4-FFF2-40B4-BE49-F238E27FC236}">
                    <a16:creationId xmlns:a16="http://schemas.microsoft.com/office/drawing/2014/main" id="{38028379-3368-C617-AC0A-2EBD08A084CB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4;p75">
                <a:extLst>
                  <a:ext uri="{FF2B5EF4-FFF2-40B4-BE49-F238E27FC236}">
                    <a16:creationId xmlns:a16="http://schemas.microsoft.com/office/drawing/2014/main" id="{B2CF5FDA-136F-F3F8-BCC6-33E06360507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5;p75">
                <a:extLst>
                  <a:ext uri="{FF2B5EF4-FFF2-40B4-BE49-F238E27FC236}">
                    <a16:creationId xmlns:a16="http://schemas.microsoft.com/office/drawing/2014/main" id="{CB741579-6A1B-2BB1-7225-C07ED5298597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6;p75">
                <a:extLst>
                  <a:ext uri="{FF2B5EF4-FFF2-40B4-BE49-F238E27FC236}">
                    <a16:creationId xmlns:a16="http://schemas.microsoft.com/office/drawing/2014/main" id="{E236F09C-1558-1506-E72A-CB7FB4BB6C36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7;p75">
                <a:extLst>
                  <a:ext uri="{FF2B5EF4-FFF2-40B4-BE49-F238E27FC236}">
                    <a16:creationId xmlns:a16="http://schemas.microsoft.com/office/drawing/2014/main" id="{7F12B4A9-6B04-3188-2D6C-1A1B88320A8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8;p75">
                <a:extLst>
                  <a:ext uri="{FF2B5EF4-FFF2-40B4-BE49-F238E27FC236}">
                    <a16:creationId xmlns:a16="http://schemas.microsoft.com/office/drawing/2014/main" id="{026A9099-836A-BCB8-F49D-2481227BC5B3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49;p75">
                <a:extLst>
                  <a:ext uri="{FF2B5EF4-FFF2-40B4-BE49-F238E27FC236}">
                    <a16:creationId xmlns:a16="http://schemas.microsoft.com/office/drawing/2014/main" id="{AD2FBFD4-2C60-3164-BC9E-ADA4DBF93065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0;p75">
                <a:extLst>
                  <a:ext uri="{FF2B5EF4-FFF2-40B4-BE49-F238E27FC236}">
                    <a16:creationId xmlns:a16="http://schemas.microsoft.com/office/drawing/2014/main" id="{BBE9B2D0-BF12-8090-2615-53DFAF9393A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1;p75">
                <a:extLst>
                  <a:ext uri="{FF2B5EF4-FFF2-40B4-BE49-F238E27FC236}">
                    <a16:creationId xmlns:a16="http://schemas.microsoft.com/office/drawing/2014/main" id="{12B9D3DE-96E3-AF68-5F36-249F34A5ACF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2;p75">
                <a:extLst>
                  <a:ext uri="{FF2B5EF4-FFF2-40B4-BE49-F238E27FC236}">
                    <a16:creationId xmlns:a16="http://schemas.microsoft.com/office/drawing/2014/main" id="{BEEE091E-B751-9A3C-8893-EB39575015E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3;p75">
                <a:extLst>
                  <a:ext uri="{FF2B5EF4-FFF2-40B4-BE49-F238E27FC236}">
                    <a16:creationId xmlns:a16="http://schemas.microsoft.com/office/drawing/2014/main" id="{B084525B-16CE-D8F4-F846-F0B44C206D6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4;p75">
                <a:extLst>
                  <a:ext uri="{FF2B5EF4-FFF2-40B4-BE49-F238E27FC236}">
                    <a16:creationId xmlns:a16="http://schemas.microsoft.com/office/drawing/2014/main" id="{8D94B126-19FF-DAF6-970F-167746075AED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5;p75">
                <a:extLst>
                  <a:ext uri="{FF2B5EF4-FFF2-40B4-BE49-F238E27FC236}">
                    <a16:creationId xmlns:a16="http://schemas.microsoft.com/office/drawing/2014/main" id="{F3E347E7-B2FA-CE17-0FA8-D709CDE9EB6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6;p75">
                <a:extLst>
                  <a:ext uri="{FF2B5EF4-FFF2-40B4-BE49-F238E27FC236}">
                    <a16:creationId xmlns:a16="http://schemas.microsoft.com/office/drawing/2014/main" id="{EA1C0E3D-ECFB-8C73-C3C4-2769D03F54F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7;p75">
                <a:extLst>
                  <a:ext uri="{FF2B5EF4-FFF2-40B4-BE49-F238E27FC236}">
                    <a16:creationId xmlns:a16="http://schemas.microsoft.com/office/drawing/2014/main" id="{1D81F1B3-E04A-DF15-DA0E-CD7F8064A68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8;p75">
                <a:extLst>
                  <a:ext uri="{FF2B5EF4-FFF2-40B4-BE49-F238E27FC236}">
                    <a16:creationId xmlns:a16="http://schemas.microsoft.com/office/drawing/2014/main" id="{39A21C5D-4E45-BDD8-484A-C7BBDF81DA3C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59;p75">
                <a:extLst>
                  <a:ext uri="{FF2B5EF4-FFF2-40B4-BE49-F238E27FC236}">
                    <a16:creationId xmlns:a16="http://schemas.microsoft.com/office/drawing/2014/main" id="{1B715ED2-9861-3A6A-4519-CEA5FD4DBDAA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0;p75">
                <a:extLst>
                  <a:ext uri="{FF2B5EF4-FFF2-40B4-BE49-F238E27FC236}">
                    <a16:creationId xmlns:a16="http://schemas.microsoft.com/office/drawing/2014/main" id="{3336AA4E-FA43-CDEF-7B65-D5CBFEC3A72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1;p75">
                <a:extLst>
                  <a:ext uri="{FF2B5EF4-FFF2-40B4-BE49-F238E27FC236}">
                    <a16:creationId xmlns:a16="http://schemas.microsoft.com/office/drawing/2014/main" id="{FD998F98-D450-202B-5A30-52B121009492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2;p75">
                <a:extLst>
                  <a:ext uri="{FF2B5EF4-FFF2-40B4-BE49-F238E27FC236}">
                    <a16:creationId xmlns:a16="http://schemas.microsoft.com/office/drawing/2014/main" id="{B88B3E4D-EA5B-27D4-9628-7C9E925D5A1C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3;p75">
                <a:extLst>
                  <a:ext uri="{FF2B5EF4-FFF2-40B4-BE49-F238E27FC236}">
                    <a16:creationId xmlns:a16="http://schemas.microsoft.com/office/drawing/2014/main" id="{6C76D039-925D-5F5F-C638-8D3AE5297C6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4;p75">
                <a:extLst>
                  <a:ext uri="{FF2B5EF4-FFF2-40B4-BE49-F238E27FC236}">
                    <a16:creationId xmlns:a16="http://schemas.microsoft.com/office/drawing/2014/main" id="{19713A0E-7255-9A6E-9EBC-590ABEAE5058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5;p75">
                <a:extLst>
                  <a:ext uri="{FF2B5EF4-FFF2-40B4-BE49-F238E27FC236}">
                    <a16:creationId xmlns:a16="http://schemas.microsoft.com/office/drawing/2014/main" id="{1016E2A8-15BC-431B-A32E-8D3DCADF16F3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6;p75">
                <a:extLst>
                  <a:ext uri="{FF2B5EF4-FFF2-40B4-BE49-F238E27FC236}">
                    <a16:creationId xmlns:a16="http://schemas.microsoft.com/office/drawing/2014/main" id="{E4D6AB36-203C-16DE-30D2-3EFC42468C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7;p75">
                <a:extLst>
                  <a:ext uri="{FF2B5EF4-FFF2-40B4-BE49-F238E27FC236}">
                    <a16:creationId xmlns:a16="http://schemas.microsoft.com/office/drawing/2014/main" id="{B57D3229-9375-54DA-1577-0048394664E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268;p75">
                <a:extLst>
                  <a:ext uri="{FF2B5EF4-FFF2-40B4-BE49-F238E27FC236}">
                    <a16:creationId xmlns:a16="http://schemas.microsoft.com/office/drawing/2014/main" id="{85736AE9-7624-E406-7D1A-8EB83977ECF1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269;p75">
              <a:extLst>
                <a:ext uri="{FF2B5EF4-FFF2-40B4-BE49-F238E27FC236}">
                  <a16:creationId xmlns:a16="http://schemas.microsoft.com/office/drawing/2014/main" id="{AE812714-0711-269F-64EB-0B97A8793073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9270;p75">
              <a:extLst>
                <a:ext uri="{FF2B5EF4-FFF2-40B4-BE49-F238E27FC236}">
                  <a16:creationId xmlns:a16="http://schemas.microsoft.com/office/drawing/2014/main" id="{C93066BB-B5F5-03E8-B018-BD2CF8BD7F17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5" name="Google Shape;9271;p75">
                <a:extLst>
                  <a:ext uri="{FF2B5EF4-FFF2-40B4-BE49-F238E27FC236}">
                    <a16:creationId xmlns:a16="http://schemas.microsoft.com/office/drawing/2014/main" id="{57C53F29-2BC7-4D1C-1280-D8814DB3041D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72;p75">
                <a:extLst>
                  <a:ext uri="{FF2B5EF4-FFF2-40B4-BE49-F238E27FC236}">
                    <a16:creationId xmlns:a16="http://schemas.microsoft.com/office/drawing/2014/main" id="{32A316CC-4A12-61A5-F548-202B94AAEC4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0577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6A6F0A3-7240-0C7A-A589-99D010C5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A718CA-4991-2643-DD44-7EA84B07250B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Switch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6D04D57C-191D-CD8A-7203-2D92B5B7661C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68D34D27-C0DA-605D-3BA8-748C6DEF2270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2A229342-CD9F-318F-3926-561D2CE1E9B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83305428-FDB7-BF74-DD49-2E530ADA4E77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38191E25-6F0C-D9BD-15C7-AABC54E8FB9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4E1BDD11-D4A2-E8D7-CFB7-8ABE016BF60B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BF0CDB39-9027-411A-22FC-7C142F3071E9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43D5B78C-C5D9-A527-6C32-B4AD16D51927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3DD4A539-77FC-C4A2-9961-AB1CB3E2664A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3FACC5E2-B21C-CAD9-44C6-CF15E5B6F00A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B5CC4AF3-D679-16C6-E2C9-5B268A88677C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A9B92D75-DCE4-46E6-85D2-9B88115F3BCF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5EBD9D82-B4F6-DCF2-1836-5968107AAA6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90F1F578-EE3C-83B7-98F8-4DAC9051FE71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A0F0DAA8-621C-DB7E-5A47-FE9C519A2B44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9A3CC068-4B5F-A096-2FA6-B5B181276858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7E98E35F-FD5E-8E5F-1939-F7BDDFD817DE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09E70B39-5961-80D3-73D2-F118C0CA8A9B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A732F125-F0A6-1D06-338B-A1F5D28D241C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D624A253-636A-AE58-01CE-A0802E09EC33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04E4ACBC-4E24-8378-99F0-369553D55FB5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201BE097-0DE0-B1ED-C270-6BADAAE4D768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587AC4D9-5DCC-782D-A9AB-CC47FF7C52E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25B50569-8BF9-ADF4-BACC-FB914CF9751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60F53944-043F-4530-6C1D-BEEFF7A29DF6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645D6C9E-EA33-9ACC-79D0-CF229628310F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7D0CDBB4-54DF-3E47-07AF-08ED32B74D5B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B3C2F98D-3F07-1AA7-EA2F-4E61A76C5FD9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EBAA3538-12C5-C5C6-5321-11D94EED3088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1E9821EF-0B01-CBB5-574D-EC9AD5D023CE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79A467B1-194E-78F5-4483-83F921931A31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03D0C8C3-E730-A683-B989-66E53F5A2E4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39015F8D-9DFB-90CA-8F2B-AD2DC2CEB69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6F895D86-108D-10F2-8AE2-2FE000C015BF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772EC971-00D3-4F15-3A1D-E255E0CB7A0A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874899AF-9252-808E-8CA3-74B547286E1F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0E9A7DB4-935E-0B46-D795-3AA198F87EFD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DFFFECD7-81D6-331F-B58C-9F242240DE3E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42FE36AD-5B73-202E-ADDD-4329D7200385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24D44426-2680-B0A0-160A-9AA6F2BC8A87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B8E95BA1-D511-914E-55C1-7546BAA51401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CDBAA986-9A14-3C4B-A81E-8CC955AA6999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ACA9C4D0-170A-7ED1-2CEC-67AFC6474B52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8AF34379-8167-ED92-C58D-1374EE07EC14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2A59975B-0692-CC34-A11D-FFAC4E651F76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FDA70995-8D51-F2C3-C60B-916A00ADF2DA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3FFE677F-3504-27D1-2DB2-0FC70F35DD57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2F080F26-96C2-DE3F-1089-429C251C06D7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D6DA0A2B-47A5-843A-BE17-53BD537DBE1F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1D371F50-325C-8C8D-3EB1-BFC2D26C9760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254F17CF-8896-135E-61E2-AF12588BAC09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4D2467DD-5AD0-43C9-CE82-35D74D71B291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3580ED7D-33A1-5B4F-BF8B-BD426D557FE5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B95B935D-A6F9-CF67-1C6B-5B6C72D8C83F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82895160-DFC2-C645-B2E3-C1EC8B0CEF74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398CA8EE-6D1F-FCD8-AB27-C030AA3A3459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64E29EB0-FE25-2CE7-B0E7-F3FBB0A292C5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50546E03-2516-A3BC-D5DA-C534A8C645B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8BE0EBD6-9B79-CFCB-E527-B2BB80BBB708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832CC68-FDBB-6E42-9B3F-1C3C0878B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B21D1D-DD54-4F88-7E01-B792D38D66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9" r="12025"/>
          <a:stretch>
            <a:fillRect/>
          </a:stretch>
        </p:blipFill>
        <p:spPr>
          <a:xfrm>
            <a:off x="6063682" y="1237319"/>
            <a:ext cx="1231924" cy="1012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42F8E8-29BD-23C7-3554-192A807F2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682" y="2249386"/>
            <a:ext cx="1231924" cy="926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197ED5-F884-6A4D-6374-F2FCC26FC8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05" r="6605"/>
          <a:stretch>
            <a:fillRect/>
          </a:stretch>
        </p:blipFill>
        <p:spPr>
          <a:xfrm>
            <a:off x="6063681" y="3175497"/>
            <a:ext cx="1231925" cy="981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C9CE4F-69AD-603A-0C21-E78BEF86B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849" y="570898"/>
            <a:ext cx="3860151" cy="4449927"/>
          </a:xfrm>
          <a:prstGeom prst="rect">
            <a:avLst/>
          </a:prstGeom>
        </p:spPr>
      </p:pic>
      <p:grpSp>
        <p:nvGrpSpPr>
          <p:cNvPr id="11" name="Google Shape;9222;p75">
            <a:extLst>
              <a:ext uri="{FF2B5EF4-FFF2-40B4-BE49-F238E27FC236}">
                <a16:creationId xmlns:a16="http://schemas.microsoft.com/office/drawing/2014/main" id="{0A42CDD0-1C8E-AF0B-E14E-B297F9063243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2" name="Google Shape;9223;p75">
              <a:extLst>
                <a:ext uri="{FF2B5EF4-FFF2-40B4-BE49-F238E27FC236}">
                  <a16:creationId xmlns:a16="http://schemas.microsoft.com/office/drawing/2014/main" id="{25EC416D-8103-C680-DED6-35F365E8AB86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7" name="Google Shape;9224;p75">
                <a:extLst>
                  <a:ext uri="{FF2B5EF4-FFF2-40B4-BE49-F238E27FC236}">
                    <a16:creationId xmlns:a16="http://schemas.microsoft.com/office/drawing/2014/main" id="{D3B675FB-4873-1C21-CF35-93281700EF6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5;p75">
                <a:extLst>
                  <a:ext uri="{FF2B5EF4-FFF2-40B4-BE49-F238E27FC236}">
                    <a16:creationId xmlns:a16="http://schemas.microsoft.com/office/drawing/2014/main" id="{505961D6-7793-8F65-23A6-340239B0EF80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6;p75">
                <a:extLst>
                  <a:ext uri="{FF2B5EF4-FFF2-40B4-BE49-F238E27FC236}">
                    <a16:creationId xmlns:a16="http://schemas.microsoft.com/office/drawing/2014/main" id="{BC651439-44FC-A0D7-24D0-0FFF600CB56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7;p75">
                <a:extLst>
                  <a:ext uri="{FF2B5EF4-FFF2-40B4-BE49-F238E27FC236}">
                    <a16:creationId xmlns:a16="http://schemas.microsoft.com/office/drawing/2014/main" id="{878DBBF6-EA46-6257-527C-9E8B5B19D66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8;p75">
                <a:extLst>
                  <a:ext uri="{FF2B5EF4-FFF2-40B4-BE49-F238E27FC236}">
                    <a16:creationId xmlns:a16="http://schemas.microsoft.com/office/drawing/2014/main" id="{D3FC7FA2-FB9E-1D48-CC4A-418E4202E14C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29;p75">
                <a:extLst>
                  <a:ext uri="{FF2B5EF4-FFF2-40B4-BE49-F238E27FC236}">
                    <a16:creationId xmlns:a16="http://schemas.microsoft.com/office/drawing/2014/main" id="{EBDA8CD8-EBB2-9134-055B-0044718DF87A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0;p75">
                <a:extLst>
                  <a:ext uri="{FF2B5EF4-FFF2-40B4-BE49-F238E27FC236}">
                    <a16:creationId xmlns:a16="http://schemas.microsoft.com/office/drawing/2014/main" id="{8D8A3FFF-C95B-FE57-168F-D02C4A057881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1;p75">
                <a:extLst>
                  <a:ext uri="{FF2B5EF4-FFF2-40B4-BE49-F238E27FC236}">
                    <a16:creationId xmlns:a16="http://schemas.microsoft.com/office/drawing/2014/main" id="{64A21B92-2180-F797-8285-E051EBAAC53D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2;p75">
                <a:extLst>
                  <a:ext uri="{FF2B5EF4-FFF2-40B4-BE49-F238E27FC236}">
                    <a16:creationId xmlns:a16="http://schemas.microsoft.com/office/drawing/2014/main" id="{88E05263-F679-DC4C-5514-6EE445ECAD1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3;p75">
                <a:extLst>
                  <a:ext uri="{FF2B5EF4-FFF2-40B4-BE49-F238E27FC236}">
                    <a16:creationId xmlns:a16="http://schemas.microsoft.com/office/drawing/2014/main" id="{0DBC553E-AF75-AD66-389D-7DEE553100D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4;p75">
                <a:extLst>
                  <a:ext uri="{FF2B5EF4-FFF2-40B4-BE49-F238E27FC236}">
                    <a16:creationId xmlns:a16="http://schemas.microsoft.com/office/drawing/2014/main" id="{DF3B3EF5-DAB8-F876-D2C0-C0734B11398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5;p75">
                <a:extLst>
                  <a:ext uri="{FF2B5EF4-FFF2-40B4-BE49-F238E27FC236}">
                    <a16:creationId xmlns:a16="http://schemas.microsoft.com/office/drawing/2014/main" id="{F0F27602-D78E-56D6-5588-93866851C64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6;p75">
                <a:extLst>
                  <a:ext uri="{FF2B5EF4-FFF2-40B4-BE49-F238E27FC236}">
                    <a16:creationId xmlns:a16="http://schemas.microsoft.com/office/drawing/2014/main" id="{A535A783-EEAF-F3BB-39B2-600FF08E296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7;p75">
                <a:extLst>
                  <a:ext uri="{FF2B5EF4-FFF2-40B4-BE49-F238E27FC236}">
                    <a16:creationId xmlns:a16="http://schemas.microsoft.com/office/drawing/2014/main" id="{AFA6DC77-37EE-BD8A-4508-83D6E8B661D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8;p75">
                <a:extLst>
                  <a:ext uri="{FF2B5EF4-FFF2-40B4-BE49-F238E27FC236}">
                    <a16:creationId xmlns:a16="http://schemas.microsoft.com/office/drawing/2014/main" id="{8506B9AC-2482-8BDC-6CFF-852148CB8407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39;p75">
                <a:extLst>
                  <a:ext uri="{FF2B5EF4-FFF2-40B4-BE49-F238E27FC236}">
                    <a16:creationId xmlns:a16="http://schemas.microsoft.com/office/drawing/2014/main" id="{2A09F9E5-206C-DC71-4073-6D51316613B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0;p75">
                <a:extLst>
                  <a:ext uri="{FF2B5EF4-FFF2-40B4-BE49-F238E27FC236}">
                    <a16:creationId xmlns:a16="http://schemas.microsoft.com/office/drawing/2014/main" id="{A5C87512-6655-3772-B47B-529B25AD1D6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1;p75">
                <a:extLst>
                  <a:ext uri="{FF2B5EF4-FFF2-40B4-BE49-F238E27FC236}">
                    <a16:creationId xmlns:a16="http://schemas.microsoft.com/office/drawing/2014/main" id="{89CE0B28-E718-D803-1898-83FE8C5742C2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2;p75">
                <a:extLst>
                  <a:ext uri="{FF2B5EF4-FFF2-40B4-BE49-F238E27FC236}">
                    <a16:creationId xmlns:a16="http://schemas.microsoft.com/office/drawing/2014/main" id="{AC740869-D46A-EA7E-D0A3-F068D957B01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3;p75">
                <a:extLst>
                  <a:ext uri="{FF2B5EF4-FFF2-40B4-BE49-F238E27FC236}">
                    <a16:creationId xmlns:a16="http://schemas.microsoft.com/office/drawing/2014/main" id="{0354F896-2617-5B80-2E00-4FC4E927DFB5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4;p75">
                <a:extLst>
                  <a:ext uri="{FF2B5EF4-FFF2-40B4-BE49-F238E27FC236}">
                    <a16:creationId xmlns:a16="http://schemas.microsoft.com/office/drawing/2014/main" id="{7AEB1E7D-6479-46AF-1B5D-1D268259153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5;p75">
                <a:extLst>
                  <a:ext uri="{FF2B5EF4-FFF2-40B4-BE49-F238E27FC236}">
                    <a16:creationId xmlns:a16="http://schemas.microsoft.com/office/drawing/2014/main" id="{386CEFAD-7998-7960-1DD9-181E1A875EC4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6;p75">
                <a:extLst>
                  <a:ext uri="{FF2B5EF4-FFF2-40B4-BE49-F238E27FC236}">
                    <a16:creationId xmlns:a16="http://schemas.microsoft.com/office/drawing/2014/main" id="{EE9675E6-3629-04D0-78DB-1A58FC02C9E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7;p75">
                <a:extLst>
                  <a:ext uri="{FF2B5EF4-FFF2-40B4-BE49-F238E27FC236}">
                    <a16:creationId xmlns:a16="http://schemas.microsoft.com/office/drawing/2014/main" id="{5C9E48FC-3533-CE15-14A9-3DDE762A42D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8;p75">
                <a:extLst>
                  <a:ext uri="{FF2B5EF4-FFF2-40B4-BE49-F238E27FC236}">
                    <a16:creationId xmlns:a16="http://schemas.microsoft.com/office/drawing/2014/main" id="{A13460E4-5D80-75EB-5436-E5D0D5C611E3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49;p75">
                <a:extLst>
                  <a:ext uri="{FF2B5EF4-FFF2-40B4-BE49-F238E27FC236}">
                    <a16:creationId xmlns:a16="http://schemas.microsoft.com/office/drawing/2014/main" id="{EDECB552-BB83-DECE-CFDE-8B3D72564D65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0;p75">
                <a:extLst>
                  <a:ext uri="{FF2B5EF4-FFF2-40B4-BE49-F238E27FC236}">
                    <a16:creationId xmlns:a16="http://schemas.microsoft.com/office/drawing/2014/main" id="{A530A7BA-0346-CA26-F20C-2BE689FDBF1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1;p75">
                <a:extLst>
                  <a:ext uri="{FF2B5EF4-FFF2-40B4-BE49-F238E27FC236}">
                    <a16:creationId xmlns:a16="http://schemas.microsoft.com/office/drawing/2014/main" id="{354E281B-769C-EDDD-A255-E11B2FA1540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2;p75">
                <a:extLst>
                  <a:ext uri="{FF2B5EF4-FFF2-40B4-BE49-F238E27FC236}">
                    <a16:creationId xmlns:a16="http://schemas.microsoft.com/office/drawing/2014/main" id="{1E306AC0-4BF6-8F37-C16F-2C3DE755EB7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3;p75">
                <a:extLst>
                  <a:ext uri="{FF2B5EF4-FFF2-40B4-BE49-F238E27FC236}">
                    <a16:creationId xmlns:a16="http://schemas.microsoft.com/office/drawing/2014/main" id="{107B26C5-BF74-DE5B-C1C6-4BD2F1654CA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4;p75">
                <a:extLst>
                  <a:ext uri="{FF2B5EF4-FFF2-40B4-BE49-F238E27FC236}">
                    <a16:creationId xmlns:a16="http://schemas.microsoft.com/office/drawing/2014/main" id="{07AE596D-D537-C6A1-A079-6ADDB5AB3BB0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5;p75">
                <a:extLst>
                  <a:ext uri="{FF2B5EF4-FFF2-40B4-BE49-F238E27FC236}">
                    <a16:creationId xmlns:a16="http://schemas.microsoft.com/office/drawing/2014/main" id="{24FDD3B6-BB3B-CF4C-4FC6-E816986739E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6;p75">
                <a:extLst>
                  <a:ext uri="{FF2B5EF4-FFF2-40B4-BE49-F238E27FC236}">
                    <a16:creationId xmlns:a16="http://schemas.microsoft.com/office/drawing/2014/main" id="{14ECC717-3FC4-FA9A-79E2-76194AB997E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7;p75">
                <a:extLst>
                  <a:ext uri="{FF2B5EF4-FFF2-40B4-BE49-F238E27FC236}">
                    <a16:creationId xmlns:a16="http://schemas.microsoft.com/office/drawing/2014/main" id="{929A3EF2-BB50-9DA1-3F43-B51A16E8813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8;p75">
                <a:extLst>
                  <a:ext uri="{FF2B5EF4-FFF2-40B4-BE49-F238E27FC236}">
                    <a16:creationId xmlns:a16="http://schemas.microsoft.com/office/drawing/2014/main" id="{0B735A51-7FC6-DCD0-9764-7C32FD6EBB21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59;p75">
                <a:extLst>
                  <a:ext uri="{FF2B5EF4-FFF2-40B4-BE49-F238E27FC236}">
                    <a16:creationId xmlns:a16="http://schemas.microsoft.com/office/drawing/2014/main" id="{2EACF9E7-D9F5-AEDA-87C9-C87458015BB7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0;p75">
                <a:extLst>
                  <a:ext uri="{FF2B5EF4-FFF2-40B4-BE49-F238E27FC236}">
                    <a16:creationId xmlns:a16="http://schemas.microsoft.com/office/drawing/2014/main" id="{516C4CB0-D243-4E24-E7E7-E8E0BC41651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1;p75">
                <a:extLst>
                  <a:ext uri="{FF2B5EF4-FFF2-40B4-BE49-F238E27FC236}">
                    <a16:creationId xmlns:a16="http://schemas.microsoft.com/office/drawing/2014/main" id="{A235ECB7-123C-8245-7469-E5BAE470AF92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2;p75">
                <a:extLst>
                  <a:ext uri="{FF2B5EF4-FFF2-40B4-BE49-F238E27FC236}">
                    <a16:creationId xmlns:a16="http://schemas.microsoft.com/office/drawing/2014/main" id="{067D6DEF-56BA-1B85-2973-AD51ED63AE2D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3;p75">
                <a:extLst>
                  <a:ext uri="{FF2B5EF4-FFF2-40B4-BE49-F238E27FC236}">
                    <a16:creationId xmlns:a16="http://schemas.microsoft.com/office/drawing/2014/main" id="{AF6DDACB-6627-3DD9-9002-D51B73AF85C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4;p75">
                <a:extLst>
                  <a:ext uri="{FF2B5EF4-FFF2-40B4-BE49-F238E27FC236}">
                    <a16:creationId xmlns:a16="http://schemas.microsoft.com/office/drawing/2014/main" id="{950E8CAD-B0C0-87C3-0815-A8EDB48583FC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5;p75">
                <a:extLst>
                  <a:ext uri="{FF2B5EF4-FFF2-40B4-BE49-F238E27FC236}">
                    <a16:creationId xmlns:a16="http://schemas.microsoft.com/office/drawing/2014/main" id="{87B838A1-0FBE-CBC3-F30C-A03BFE752D57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6;p75">
                <a:extLst>
                  <a:ext uri="{FF2B5EF4-FFF2-40B4-BE49-F238E27FC236}">
                    <a16:creationId xmlns:a16="http://schemas.microsoft.com/office/drawing/2014/main" id="{079EE635-4E60-43D4-85C3-E1CBBE45FF8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7;p75">
                <a:extLst>
                  <a:ext uri="{FF2B5EF4-FFF2-40B4-BE49-F238E27FC236}">
                    <a16:creationId xmlns:a16="http://schemas.microsoft.com/office/drawing/2014/main" id="{545A731E-3F61-6719-AB4F-AD77ACDCD7C9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268;p75">
                <a:extLst>
                  <a:ext uri="{FF2B5EF4-FFF2-40B4-BE49-F238E27FC236}">
                    <a16:creationId xmlns:a16="http://schemas.microsoft.com/office/drawing/2014/main" id="{B6593C05-7422-E8EF-B7F3-6C19F14F3B57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269;p75">
              <a:extLst>
                <a:ext uri="{FF2B5EF4-FFF2-40B4-BE49-F238E27FC236}">
                  <a16:creationId xmlns:a16="http://schemas.microsoft.com/office/drawing/2014/main" id="{CCB3CC1B-E8AB-FDD6-5833-610FF0076B6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9270;p75">
              <a:extLst>
                <a:ext uri="{FF2B5EF4-FFF2-40B4-BE49-F238E27FC236}">
                  <a16:creationId xmlns:a16="http://schemas.microsoft.com/office/drawing/2014/main" id="{0E6BBABE-EC59-936E-C0D1-BE21D6DBFC87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5" name="Google Shape;9271;p75">
                <a:extLst>
                  <a:ext uri="{FF2B5EF4-FFF2-40B4-BE49-F238E27FC236}">
                    <a16:creationId xmlns:a16="http://schemas.microsoft.com/office/drawing/2014/main" id="{6A73C745-322F-A4F2-2C7F-0B6CAF1BD4D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72;p75">
                <a:extLst>
                  <a:ext uri="{FF2B5EF4-FFF2-40B4-BE49-F238E27FC236}">
                    <a16:creationId xmlns:a16="http://schemas.microsoft.com/office/drawing/2014/main" id="{060CFA24-87E2-532D-1856-BAC3EBC9135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4991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53931B7-5CEA-BF38-9889-81BD5554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6CE9C-DB75-6D18-D4CA-2E76B1291C5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Checkbox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F9B4714A-80CD-DD04-21FD-F5AFEAC86617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133C760D-E27C-464F-F05E-5EBB199689F2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686DB518-358B-9B45-1300-D8F542F7C70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63CCB2FE-8B9E-3C93-8A4F-A2BC81EEE3B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93DF60E4-18FC-7566-F179-290552BD95AE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A27CCD40-FD17-EAE2-DB17-E41116B720D5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87C4116A-2F3F-BE6A-7F5A-3D06930928F7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514AC671-FC76-FAA5-6ADD-49E1C36D3CE8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EA70AD39-D2CC-04E7-32F6-152B6C2C05FC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2894F7AF-92BF-11E5-D0F8-6163B5BD6A59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74D7AE51-7F8B-5841-0727-DC5553A454CA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7E515030-CC9A-61CB-B3CA-857DC5D967E5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BB775B4A-4A56-FB0E-61D4-0905F42C851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4223C863-81C3-A1C3-C65D-75A2364B8259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9EE1B2B6-5A28-AEC9-74A7-15E0E8E04F44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EAD9A28B-B1BD-CD9F-6B2D-99FE0FE4DE04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F5FA1E17-4D99-A38D-8B8B-8F6FCF9C880A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7FC37419-3195-5898-0AA4-D90689A6B305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C4EF804A-06CF-5046-35A8-81ADBCEE8905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9372D281-F32C-A2E2-B44F-2B1B463690A0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E30AC0D4-ABA7-DE87-0F21-8EC02B8EFD98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ECBA3E1C-EB1D-336B-200A-3F1A1CDA93F2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C7A4B219-665B-0184-0D53-DACE6B7F9E72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3B84EBF2-5EA6-A136-0136-DD016E302EA8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535D8FC3-FAC2-839C-C3A5-EBE09DF0B82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CCE36B25-66F1-86A8-64C1-F004D6389A1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C8CA0CF7-56C1-FE99-2B23-0A894E20E480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FED0E6E8-2D6D-DCA0-F834-66B6D9B692E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139FE437-D5B6-566A-3775-134C69CC4B0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B7CD1C1-2EF3-8C4B-9540-AE0E9E367FE5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EE271EDE-47C0-EC5A-CE4D-00E9F154E8D6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690B9CB5-99AE-A013-F1CB-13F5AC42F14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EC1C1EEB-B378-6995-CC14-833AD4FA40CE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361AE7A0-E54A-ACEA-B30D-6E5EC3D6CA4D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0C617213-1235-420F-1A31-2E1A3F39AF63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0CDC6501-7D54-A3C6-65F8-187A58891775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1B2DA351-D98F-0AF3-C175-0CAAFD3561E7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B6284B48-F4E8-F671-205B-34167930125D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6D61DEB3-F202-E710-A15C-4A7ABCFA8EB5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342BAD2C-04B6-813C-D6D8-82685D806602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AB8FA686-597C-20F7-B792-F93FE397439E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DE996DC0-05E7-B5B6-F48E-EB9A8A525731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B4C91C9E-AAC4-CA35-DF9E-9B213E1B6EE4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45664535-731B-CE3F-DCDB-68822FCA48C9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D9C56A0D-3819-48DA-C515-315773299604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30232320-A8C7-BDF3-8D4D-FE85285EC246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6070F854-48BD-2A2F-ED6F-4EAABE394586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8F097838-68BF-69E4-0A11-0080A9DDC6FE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79715B4A-DB1A-47D6-97F8-C39816032526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BDBCA032-BE3D-AD04-B1A3-3F5B3FB9F7A7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EE541D8B-4CE2-2047-9BD1-3769FD9A49FF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4775EDF6-5BD4-75DD-85B7-7D8CB72B9182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CCFD3FD8-E1C9-B305-1680-9F38770CDF0F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6094B97D-FFE6-778F-9E61-6213150D269E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7288501B-2AE0-D209-B8F2-7E67E93791B2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D58831D5-605F-A9B9-F59C-3E06DA61A824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9C73DF38-A639-6943-308F-CFB41AA30B8C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4F95782F-4F0C-883E-CFA7-276F572AC518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157E4025-3969-7FE2-BE3E-0129B7FAF267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BDDBFC49-26FC-C63C-6D4A-3FB9EB24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12D32C-11C3-03C3-F74B-E0CD8B9086E9}"/>
              </a:ext>
            </a:extLst>
          </p:cNvPr>
          <p:cNvSpPr txBox="1"/>
          <p:nvPr/>
        </p:nvSpPr>
        <p:spPr>
          <a:xfrm>
            <a:off x="1236616" y="1417588"/>
            <a:ext cx="59152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Checkbox</a:t>
            </a:r>
            <a:r>
              <a:rPr lang="vi-VN" sz="1800" dirty="0"/>
              <a:t> là một widget cho phép người dùng chọn</a:t>
            </a:r>
            <a:r>
              <a:rPr lang="en-US" sz="1800" dirty="0"/>
              <a:t> </a:t>
            </a:r>
            <a:r>
              <a:rPr lang="vi-VN" sz="1800" dirty="0"/>
              <a:t>hoặc bỏ chọn một tùy chọn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Checkbox không tự duy trì trạng thái, mà khi </a:t>
            </a:r>
            <a:r>
              <a:rPr lang="en-US" sz="1800" dirty="0" err="1"/>
              <a:t>nó</a:t>
            </a:r>
            <a:r>
              <a:rPr lang="en-US" sz="1800" dirty="0"/>
              <a:t> </a:t>
            </a:r>
            <a:r>
              <a:rPr lang="vi-VN" sz="1800" dirty="0"/>
              <a:t>thay đổi sẽ gọi hàm onChanged() để cập nhật </a:t>
            </a:r>
            <a:r>
              <a:rPr lang="en-US" sz="1800" dirty="0"/>
              <a:t> </a:t>
            </a:r>
            <a:r>
              <a:rPr lang="vi-VN" sz="1800" dirty="0"/>
              <a:t>giá trị.</a:t>
            </a:r>
            <a:endParaRPr lang="en-US" sz="1800" dirty="0"/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Checkbox có thể hiển thị ba trạng thái </a:t>
            </a:r>
            <a:r>
              <a:rPr lang="en-US" sz="1800" dirty="0" err="1"/>
              <a:t>là</a:t>
            </a:r>
            <a:r>
              <a:rPr lang="vi-VN" sz="1800" dirty="0"/>
              <a:t> true, false, và null</a:t>
            </a:r>
            <a:endParaRPr lang="en-US" sz="1800" dirty="0"/>
          </a:p>
        </p:txBody>
      </p:sp>
      <p:grpSp>
        <p:nvGrpSpPr>
          <p:cNvPr id="6" name="Google Shape;9222;p75">
            <a:extLst>
              <a:ext uri="{FF2B5EF4-FFF2-40B4-BE49-F238E27FC236}">
                <a16:creationId xmlns:a16="http://schemas.microsoft.com/office/drawing/2014/main" id="{63499C3F-739F-2CB9-6CC3-69068C2860A3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7" name="Google Shape;9223;p75">
              <a:extLst>
                <a:ext uri="{FF2B5EF4-FFF2-40B4-BE49-F238E27FC236}">
                  <a16:creationId xmlns:a16="http://schemas.microsoft.com/office/drawing/2014/main" id="{DA06098C-3F01-CCC1-33B9-E0479015CE7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" name="Google Shape;9224;p75">
                <a:extLst>
                  <a:ext uri="{FF2B5EF4-FFF2-40B4-BE49-F238E27FC236}">
                    <a16:creationId xmlns:a16="http://schemas.microsoft.com/office/drawing/2014/main" id="{FE562410-0110-16FC-754C-AC0D7841D4E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0C76FB16-7A76-E9D7-EC3D-29A4F4A99738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55BF3272-5899-3EDE-113C-2B913675376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37C7120D-FB76-CBBF-1421-CADA961E1E83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6663E284-92DC-9960-AE96-B1E9D1D51B68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A1AA9C1B-DC06-73CA-16A8-3A4D9935434A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E7FE6CA4-9406-346C-205B-2F4236373C39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3A9275FC-B499-6D31-B378-3B049BEDFB6A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E153B2FA-5301-4C90-828B-5234779CEFD2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82605C00-7FD3-11A8-2C7E-F3373E380CB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4064C12B-6393-9978-AD64-CBD50D0764F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3A57915D-2D66-8263-548D-BD9D80E5BA2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AEAC109D-DCAC-91D0-141F-4A67BC26B7BE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46794A5C-2F01-AC8C-C753-ED2DFBBFD5C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422FD1A5-4ECD-8E6F-D13A-256DD5B0A271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E360F83F-97A8-435C-DB6B-DE1F10ED070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B37D4516-BA55-8A26-64BA-7920B7DB831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B11D2A13-9B40-9783-5CA6-71D4A161909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F04D7A64-8EFF-097E-9C9B-7B83DBFB5A5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42669659-9E6C-6844-BA65-400BA98DCA4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C77240D8-20CE-BE45-6028-FA4C485EDAD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E48168A6-2170-3ABD-A4DC-778D3DE930B3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11F9C335-7915-FC73-E96C-BAE77E8F6168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5BC1BAAE-3DE3-667A-AA3D-9A8B6627B3F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69918616-263C-17E4-8F9E-14ABACD63FE9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88DEFD04-A98A-29AE-344D-65DB9DA5F8AF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15167E5A-7D45-8F21-92E5-2EFDC8FFD00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ACAB811D-7CA8-AA01-499C-2F4E0E9501C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0435BC34-10A2-39B2-35AF-CFEF1C26040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6E7CA489-DB7F-A860-62B9-7B7F5C91544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A761415D-66FE-698C-5DBC-C161D97EA739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B246CC35-7ED3-11EE-634C-5D1ECCFA6BE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BFF9587B-492C-217A-405C-DE2179ECFAD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CE2B89AA-EBC7-C0B7-5DFB-940A120CA8A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6865BE7A-A662-F51E-8166-605DFE843ADB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E91A426A-88D6-7DC6-9D71-4ADCB807C1EF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E7C61598-8BC7-109A-75FA-66A5C741869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15368DF1-2EC6-A528-48D6-C2F01DD1008E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684CC8E3-DEBF-DB6A-4F6F-9B609D912074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BBB048B2-3E9A-1146-2DC3-9DD95BFA07B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6E293907-5DCB-212B-C249-5BF54F01E7DD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6C6E3625-FC89-DF93-C951-BDA1D97858FB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D819B8A5-10B3-FB4D-F866-1565D40F90B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B8D6C512-52E2-5F45-BFC6-BB6D2E4D2B7F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496E7941-E4B0-2AF9-F349-645F74CA3628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269;p75">
              <a:extLst>
                <a:ext uri="{FF2B5EF4-FFF2-40B4-BE49-F238E27FC236}">
                  <a16:creationId xmlns:a16="http://schemas.microsoft.com/office/drawing/2014/main" id="{3AB5D4E0-168D-EC51-F63A-23D9B1CFC223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270;p75">
              <a:extLst>
                <a:ext uri="{FF2B5EF4-FFF2-40B4-BE49-F238E27FC236}">
                  <a16:creationId xmlns:a16="http://schemas.microsoft.com/office/drawing/2014/main" id="{C382B645-8781-F114-F06E-28BA6EAEEA3D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0" name="Google Shape;9271;p75">
                <a:extLst>
                  <a:ext uri="{FF2B5EF4-FFF2-40B4-BE49-F238E27FC236}">
                    <a16:creationId xmlns:a16="http://schemas.microsoft.com/office/drawing/2014/main" id="{E15C8616-5715-63CE-35AA-C25C45ABC9F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72;p75">
                <a:extLst>
                  <a:ext uri="{FF2B5EF4-FFF2-40B4-BE49-F238E27FC236}">
                    <a16:creationId xmlns:a16="http://schemas.microsoft.com/office/drawing/2014/main" id="{B0552E73-75E5-CAE0-EE4A-5B0E284C80B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0828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B0BD847-DD65-3463-BB39-46AD9F0E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2FD90B-4711-0640-BBB4-77FE14357238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Checkbox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84E4EEDD-A6E9-CD89-E259-686F37C646E6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7AB6E9B4-1A8B-0B84-E110-C627899CBF03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56AAB8B8-1DA3-8700-F829-01364EB6C95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608A3073-14D9-FF6F-807A-BFD85B22ACD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0A09E5B6-E9B9-4EC7-1070-671438EEEA4D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DE7A6023-4203-62D6-E9E7-A59F924686B2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E72E4790-0D0F-ECE4-F6C7-D8A7280B0C9E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BC3B54AB-3568-9F1F-A4E5-1B00938D6FA7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001D8775-124B-15BE-C99B-3F06597220A5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C651CD1A-4D35-60FE-36B8-5CBCF51DAB17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ACA5F705-90A4-8833-DBCE-BC6DD8B51C94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676DC0CE-1070-77C5-8CBE-DF4904E5B8DA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72D7FC2C-1ECC-7E86-8016-8DF14798936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95BEDC20-D92D-E2E4-4301-B53785C411C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637868C6-EAD1-04CF-9D6A-AAC072A35BA8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EE68F97-A280-1201-9E25-9277F0F2F54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6159795A-CD6A-3F4A-D52B-D82CA97C0BF7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0A36A342-02A0-AFA5-F6D0-62C28E1A6CAC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90D83810-E013-9341-3C5A-EE1B2960B7CB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5BDDAFD0-B1A9-CD84-4C33-500F4B8C05D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D779CE42-CB6A-EFDD-A429-73804493B264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A064576F-B612-AA39-5426-2F3737377A18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EC694985-7C64-3DCA-9D7C-EDB22B15627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858FD81C-4197-E2A9-7A0C-583B567FB0A7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8AD27614-34D4-0987-0C8C-9365105BC03D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F9459A84-5162-FE24-D215-9850E06C476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00AFDFA4-91E4-0DD8-1F0F-38AE4CEF1CE3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37668A1A-37D5-85CB-217C-FD1AD24E5589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654D8BBB-B25E-B19E-90EC-02122F9E10E6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0E1EF01A-8C84-5172-81BC-E5217E89ECE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DD4D87C9-A077-046B-BCA5-02ADC7BEB9AF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E5774A48-1C1A-C399-20FC-8331A5BD71EA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81A4B07C-AF1D-FE26-336D-A69127EF7B7D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E2CBB7F6-2060-0BC9-FF30-E637ED22CB7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5CC2D1FD-2498-9DF1-2673-6D4A8C4D8464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924FE1E6-7006-3AE1-272C-B9A02DD058DA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34254901-F537-3AC5-8447-810C65703343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EE0851C7-56F1-BFC7-6EBD-F5DCD9E7715D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267DF6F5-65B5-4CAB-305D-352ABEA7176C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4D76C671-A4FD-6515-C319-016BE4350199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32ACC87D-77A0-A88D-3A30-D189099A29B1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4BA70079-1D3E-A2C0-B73F-CB919DDE2E5A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1AC62386-E84E-EE10-7D87-020982CA5C8A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2E9D03EB-751F-1DC5-8A2F-FB74B62654A4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E5B4CCD2-E42D-BB09-9E2C-E06E6C994A42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17B5A3BA-E99E-0EC6-7CF4-9B84FE0E49F4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94CC182A-FFC9-8692-CBAF-41C2C4405B0F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5D893024-FFAC-8857-7AC7-147691EC01CA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E9D98CF1-A12F-134D-C245-1481C961115F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4C593483-8DD8-F0BE-B386-9B9E63C710D7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67366C0B-163F-CE14-7EB8-2162399FCBB3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F940208A-8354-EFF7-9597-CC6182CFE4C3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B5A321D0-894E-F794-D730-3DFFB8346EAD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D8445894-9FD4-8DE5-FF6D-31C252EACED8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1B31440B-C83D-C8A2-99DB-0EAD590BA107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AAD87502-C431-1ECD-5299-60C394D41088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91919B82-4EFB-F4A7-4650-FF3FFB6BB5E8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D167E432-5472-9E2A-DBEE-BC2D2D252D55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9608B946-B731-6414-AF7A-55BD62775993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42F402A-C227-E8A3-F50C-A17E0C4BD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8F9945-FFFB-50C3-5165-3CEDB69E2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025" y="1732512"/>
            <a:ext cx="3563034" cy="2286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5A7C68-B0D6-0233-C2AF-239BA6000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36" y="796257"/>
            <a:ext cx="4007831" cy="4158736"/>
          </a:xfrm>
          <a:prstGeom prst="rect">
            <a:avLst/>
          </a:prstGeom>
        </p:spPr>
      </p:pic>
      <p:grpSp>
        <p:nvGrpSpPr>
          <p:cNvPr id="7" name="Google Shape;9222;p75">
            <a:extLst>
              <a:ext uri="{FF2B5EF4-FFF2-40B4-BE49-F238E27FC236}">
                <a16:creationId xmlns:a16="http://schemas.microsoft.com/office/drawing/2014/main" id="{0FC9DB50-F909-FFD5-CCE6-5BD3D3524E1D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8" name="Google Shape;9223;p75">
              <a:extLst>
                <a:ext uri="{FF2B5EF4-FFF2-40B4-BE49-F238E27FC236}">
                  <a16:creationId xmlns:a16="http://schemas.microsoft.com/office/drawing/2014/main" id="{DED1A9D5-072B-B368-F26F-C4BCE267D2A8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3" name="Google Shape;9224;p75">
                <a:extLst>
                  <a:ext uri="{FF2B5EF4-FFF2-40B4-BE49-F238E27FC236}">
                    <a16:creationId xmlns:a16="http://schemas.microsoft.com/office/drawing/2014/main" id="{39D98640-507A-5F51-4BA6-A15E3FB05C4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5;p75">
                <a:extLst>
                  <a:ext uri="{FF2B5EF4-FFF2-40B4-BE49-F238E27FC236}">
                    <a16:creationId xmlns:a16="http://schemas.microsoft.com/office/drawing/2014/main" id="{4D953BE4-819D-264F-8A31-5311CB97B54F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6;p75">
                <a:extLst>
                  <a:ext uri="{FF2B5EF4-FFF2-40B4-BE49-F238E27FC236}">
                    <a16:creationId xmlns:a16="http://schemas.microsoft.com/office/drawing/2014/main" id="{D0085032-E304-9049-66A1-42DAFA536F9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7;p75">
                <a:extLst>
                  <a:ext uri="{FF2B5EF4-FFF2-40B4-BE49-F238E27FC236}">
                    <a16:creationId xmlns:a16="http://schemas.microsoft.com/office/drawing/2014/main" id="{06F19773-4F6E-932F-CE99-18234108D7E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8;p75">
                <a:extLst>
                  <a:ext uri="{FF2B5EF4-FFF2-40B4-BE49-F238E27FC236}">
                    <a16:creationId xmlns:a16="http://schemas.microsoft.com/office/drawing/2014/main" id="{8DF3BE77-EFF7-63D0-5720-DF48B4E54191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9;p75">
                <a:extLst>
                  <a:ext uri="{FF2B5EF4-FFF2-40B4-BE49-F238E27FC236}">
                    <a16:creationId xmlns:a16="http://schemas.microsoft.com/office/drawing/2014/main" id="{69F6226D-7CE7-61D8-98E1-988F2139AA02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0;p75">
                <a:extLst>
                  <a:ext uri="{FF2B5EF4-FFF2-40B4-BE49-F238E27FC236}">
                    <a16:creationId xmlns:a16="http://schemas.microsoft.com/office/drawing/2014/main" id="{4154C47C-1E2D-1A12-25F1-EEF43466905B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1;p75">
                <a:extLst>
                  <a:ext uri="{FF2B5EF4-FFF2-40B4-BE49-F238E27FC236}">
                    <a16:creationId xmlns:a16="http://schemas.microsoft.com/office/drawing/2014/main" id="{1F595C29-A579-E6E4-F52D-495968751DB6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2;p75">
                <a:extLst>
                  <a:ext uri="{FF2B5EF4-FFF2-40B4-BE49-F238E27FC236}">
                    <a16:creationId xmlns:a16="http://schemas.microsoft.com/office/drawing/2014/main" id="{5E3CCD8B-541E-FB9C-2219-38476F2132E7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3;p75">
                <a:extLst>
                  <a:ext uri="{FF2B5EF4-FFF2-40B4-BE49-F238E27FC236}">
                    <a16:creationId xmlns:a16="http://schemas.microsoft.com/office/drawing/2014/main" id="{4C86D4FF-A1CB-3135-4B70-D1211E5DEBCE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4;p75">
                <a:extLst>
                  <a:ext uri="{FF2B5EF4-FFF2-40B4-BE49-F238E27FC236}">
                    <a16:creationId xmlns:a16="http://schemas.microsoft.com/office/drawing/2014/main" id="{713EC860-A9CE-3D1C-5B37-E9AF625D752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5;p75">
                <a:extLst>
                  <a:ext uri="{FF2B5EF4-FFF2-40B4-BE49-F238E27FC236}">
                    <a16:creationId xmlns:a16="http://schemas.microsoft.com/office/drawing/2014/main" id="{D399141C-0761-79F9-EFCC-6B5D2127C52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6;p75">
                <a:extLst>
                  <a:ext uri="{FF2B5EF4-FFF2-40B4-BE49-F238E27FC236}">
                    <a16:creationId xmlns:a16="http://schemas.microsoft.com/office/drawing/2014/main" id="{7525113E-D35C-88BF-6DF3-CFBB3E6A259C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7;p75">
                <a:extLst>
                  <a:ext uri="{FF2B5EF4-FFF2-40B4-BE49-F238E27FC236}">
                    <a16:creationId xmlns:a16="http://schemas.microsoft.com/office/drawing/2014/main" id="{281993BE-9EA4-F6B2-365A-CFAC8FD5331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8;p75">
                <a:extLst>
                  <a:ext uri="{FF2B5EF4-FFF2-40B4-BE49-F238E27FC236}">
                    <a16:creationId xmlns:a16="http://schemas.microsoft.com/office/drawing/2014/main" id="{19E7086A-AF62-5FF9-602C-A1A2F8F803C0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9;p75">
                <a:extLst>
                  <a:ext uri="{FF2B5EF4-FFF2-40B4-BE49-F238E27FC236}">
                    <a16:creationId xmlns:a16="http://schemas.microsoft.com/office/drawing/2014/main" id="{FBC30E95-1D9D-F6F3-9946-A83B3BBD247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0;p75">
                <a:extLst>
                  <a:ext uri="{FF2B5EF4-FFF2-40B4-BE49-F238E27FC236}">
                    <a16:creationId xmlns:a16="http://schemas.microsoft.com/office/drawing/2014/main" id="{FA3DFA9E-A4D9-1B2E-29C3-B64E8AC1DF0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1;p75">
                <a:extLst>
                  <a:ext uri="{FF2B5EF4-FFF2-40B4-BE49-F238E27FC236}">
                    <a16:creationId xmlns:a16="http://schemas.microsoft.com/office/drawing/2014/main" id="{5DE2CBEA-68CD-CD9F-BC4F-48AE59359B7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2;p75">
                <a:extLst>
                  <a:ext uri="{FF2B5EF4-FFF2-40B4-BE49-F238E27FC236}">
                    <a16:creationId xmlns:a16="http://schemas.microsoft.com/office/drawing/2014/main" id="{3F7A7348-2D04-DF03-A5F1-C602BEA0D24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3;p75">
                <a:extLst>
                  <a:ext uri="{FF2B5EF4-FFF2-40B4-BE49-F238E27FC236}">
                    <a16:creationId xmlns:a16="http://schemas.microsoft.com/office/drawing/2014/main" id="{E953F0F2-823C-26FE-FB10-989D190F6FC5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4;p75">
                <a:extLst>
                  <a:ext uri="{FF2B5EF4-FFF2-40B4-BE49-F238E27FC236}">
                    <a16:creationId xmlns:a16="http://schemas.microsoft.com/office/drawing/2014/main" id="{285451A2-5A50-DFDA-33F9-DD6B09F133F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5;p75">
                <a:extLst>
                  <a:ext uri="{FF2B5EF4-FFF2-40B4-BE49-F238E27FC236}">
                    <a16:creationId xmlns:a16="http://schemas.microsoft.com/office/drawing/2014/main" id="{125CA03E-F2B6-E74E-F86A-6974BE36757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6;p75">
                <a:extLst>
                  <a:ext uri="{FF2B5EF4-FFF2-40B4-BE49-F238E27FC236}">
                    <a16:creationId xmlns:a16="http://schemas.microsoft.com/office/drawing/2014/main" id="{CDA51300-278F-BB06-A57D-DD38EF79733B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7;p75">
                <a:extLst>
                  <a:ext uri="{FF2B5EF4-FFF2-40B4-BE49-F238E27FC236}">
                    <a16:creationId xmlns:a16="http://schemas.microsoft.com/office/drawing/2014/main" id="{20987DC5-180D-E42A-4849-1673090A147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8;p75">
                <a:extLst>
                  <a:ext uri="{FF2B5EF4-FFF2-40B4-BE49-F238E27FC236}">
                    <a16:creationId xmlns:a16="http://schemas.microsoft.com/office/drawing/2014/main" id="{AD8DA77B-B346-1022-055A-3BA6E9549BAA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9;p75">
                <a:extLst>
                  <a:ext uri="{FF2B5EF4-FFF2-40B4-BE49-F238E27FC236}">
                    <a16:creationId xmlns:a16="http://schemas.microsoft.com/office/drawing/2014/main" id="{CA4674AB-BA45-ACB4-91D1-1C032ECFD3B1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0;p75">
                <a:extLst>
                  <a:ext uri="{FF2B5EF4-FFF2-40B4-BE49-F238E27FC236}">
                    <a16:creationId xmlns:a16="http://schemas.microsoft.com/office/drawing/2014/main" id="{ED948B86-F677-E875-DACE-99E6892F85B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1;p75">
                <a:extLst>
                  <a:ext uri="{FF2B5EF4-FFF2-40B4-BE49-F238E27FC236}">
                    <a16:creationId xmlns:a16="http://schemas.microsoft.com/office/drawing/2014/main" id="{4675685C-2CD0-ED0B-A50E-B077263E083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2;p75">
                <a:extLst>
                  <a:ext uri="{FF2B5EF4-FFF2-40B4-BE49-F238E27FC236}">
                    <a16:creationId xmlns:a16="http://schemas.microsoft.com/office/drawing/2014/main" id="{1B8EEE64-AFC9-5D44-EE4E-76CDB351F45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3;p75">
                <a:extLst>
                  <a:ext uri="{FF2B5EF4-FFF2-40B4-BE49-F238E27FC236}">
                    <a16:creationId xmlns:a16="http://schemas.microsoft.com/office/drawing/2014/main" id="{FE7A1D2C-B9D5-E912-7285-63858E11DA0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4;p75">
                <a:extLst>
                  <a:ext uri="{FF2B5EF4-FFF2-40B4-BE49-F238E27FC236}">
                    <a16:creationId xmlns:a16="http://schemas.microsoft.com/office/drawing/2014/main" id="{3B672DA9-246A-8243-8713-C76EE488CFEB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5;p75">
                <a:extLst>
                  <a:ext uri="{FF2B5EF4-FFF2-40B4-BE49-F238E27FC236}">
                    <a16:creationId xmlns:a16="http://schemas.microsoft.com/office/drawing/2014/main" id="{F0D3333E-0F5F-ADF5-34F5-C1505110D4DA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6;p75">
                <a:extLst>
                  <a:ext uri="{FF2B5EF4-FFF2-40B4-BE49-F238E27FC236}">
                    <a16:creationId xmlns:a16="http://schemas.microsoft.com/office/drawing/2014/main" id="{43725133-7477-E325-429D-C97AD2034BF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7;p75">
                <a:extLst>
                  <a:ext uri="{FF2B5EF4-FFF2-40B4-BE49-F238E27FC236}">
                    <a16:creationId xmlns:a16="http://schemas.microsoft.com/office/drawing/2014/main" id="{4013798A-3F5D-EE98-0CF4-0E55D172B1F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8;p75">
                <a:extLst>
                  <a:ext uri="{FF2B5EF4-FFF2-40B4-BE49-F238E27FC236}">
                    <a16:creationId xmlns:a16="http://schemas.microsoft.com/office/drawing/2014/main" id="{412FB1E4-74CB-62FE-DF8F-EAA79D13356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9;p75">
                <a:extLst>
                  <a:ext uri="{FF2B5EF4-FFF2-40B4-BE49-F238E27FC236}">
                    <a16:creationId xmlns:a16="http://schemas.microsoft.com/office/drawing/2014/main" id="{29D5B7F0-BD6B-D296-3D62-5022EF64240C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0;p75">
                <a:extLst>
                  <a:ext uri="{FF2B5EF4-FFF2-40B4-BE49-F238E27FC236}">
                    <a16:creationId xmlns:a16="http://schemas.microsoft.com/office/drawing/2014/main" id="{2D50EE82-C6FC-B5F5-2844-D6DFFB3AABC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1;p75">
                <a:extLst>
                  <a:ext uri="{FF2B5EF4-FFF2-40B4-BE49-F238E27FC236}">
                    <a16:creationId xmlns:a16="http://schemas.microsoft.com/office/drawing/2014/main" id="{B3A8D644-E261-B11F-EDD1-6262C648E68B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2;p75">
                <a:extLst>
                  <a:ext uri="{FF2B5EF4-FFF2-40B4-BE49-F238E27FC236}">
                    <a16:creationId xmlns:a16="http://schemas.microsoft.com/office/drawing/2014/main" id="{EB5C077D-7962-2F18-CE35-1DEAD51972C0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3;p75">
                <a:extLst>
                  <a:ext uri="{FF2B5EF4-FFF2-40B4-BE49-F238E27FC236}">
                    <a16:creationId xmlns:a16="http://schemas.microsoft.com/office/drawing/2014/main" id="{22A1B716-9A2B-399A-525B-E14E651A6D9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4;p75">
                <a:extLst>
                  <a:ext uri="{FF2B5EF4-FFF2-40B4-BE49-F238E27FC236}">
                    <a16:creationId xmlns:a16="http://schemas.microsoft.com/office/drawing/2014/main" id="{582663E4-86B0-A3E5-B090-30570DDB0433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5;p75">
                <a:extLst>
                  <a:ext uri="{FF2B5EF4-FFF2-40B4-BE49-F238E27FC236}">
                    <a16:creationId xmlns:a16="http://schemas.microsoft.com/office/drawing/2014/main" id="{38A8C577-9CBD-10AD-77F4-EECF3663CEFA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6;p75">
                <a:extLst>
                  <a:ext uri="{FF2B5EF4-FFF2-40B4-BE49-F238E27FC236}">
                    <a16:creationId xmlns:a16="http://schemas.microsoft.com/office/drawing/2014/main" id="{A394FAE7-B7B3-ABDA-0A97-60B716D81B9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7;p75">
                <a:extLst>
                  <a:ext uri="{FF2B5EF4-FFF2-40B4-BE49-F238E27FC236}">
                    <a16:creationId xmlns:a16="http://schemas.microsoft.com/office/drawing/2014/main" id="{F53CCB34-8323-7D56-A9CC-670D13CA3FBD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8;p75">
                <a:extLst>
                  <a:ext uri="{FF2B5EF4-FFF2-40B4-BE49-F238E27FC236}">
                    <a16:creationId xmlns:a16="http://schemas.microsoft.com/office/drawing/2014/main" id="{6AC92606-9A1D-CC03-D2FB-D7FC5DB1B3CD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9269;p75">
              <a:extLst>
                <a:ext uri="{FF2B5EF4-FFF2-40B4-BE49-F238E27FC236}">
                  <a16:creationId xmlns:a16="http://schemas.microsoft.com/office/drawing/2014/main" id="{40FD6254-2D57-E6CB-CC90-44DAC227C896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" name="Google Shape;9270;p75">
              <a:extLst>
                <a:ext uri="{FF2B5EF4-FFF2-40B4-BE49-F238E27FC236}">
                  <a16:creationId xmlns:a16="http://schemas.microsoft.com/office/drawing/2014/main" id="{00C0F0EE-F929-0998-4724-CA1E0069186F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1" name="Google Shape;9271;p75">
                <a:extLst>
                  <a:ext uri="{FF2B5EF4-FFF2-40B4-BE49-F238E27FC236}">
                    <a16:creationId xmlns:a16="http://schemas.microsoft.com/office/drawing/2014/main" id="{7536FA77-141F-DDB2-E439-1699F5D3C6E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72;p75">
                <a:extLst>
                  <a:ext uri="{FF2B5EF4-FFF2-40B4-BE49-F238E27FC236}">
                    <a16:creationId xmlns:a16="http://schemas.microsoft.com/office/drawing/2014/main" id="{1A8D3D6B-C605-3D45-6EFE-D073D642566F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7839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954AADC-F152-FACF-115D-5B1C3BFC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30DB9E-9CEB-56A4-2D64-93CC5829BB7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Radio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54677B62-FFD0-5CAC-29D0-0A56E744CB16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2C403589-0FEB-E00C-B971-08AB03D741D4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D2E715A4-E15D-D919-1338-37A5BBABBD3E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50D01F8C-B99B-AF3E-7C86-D8FB72B81FD6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B61BE1CA-A842-F177-1292-83C75764128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D96A24C4-479A-91AE-0873-034205E03294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AF8F0FAF-E4B5-B81A-6A9C-85B6829A38D9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888A3843-8944-0380-8F81-E8B081180941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852921FF-2EC8-4524-6C34-4816367A943F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1AA626D9-E2AA-9B54-3FF3-437ABC5A9AE0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B2DD99D9-3B69-612C-54C1-94DFF0571985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BC92E6F8-63C8-8AAD-4B6F-D07CA132802E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FFB65ECC-B6B3-8917-20FC-0220B6DFEA91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6DE884CB-9B7D-C3F3-30B3-295C8E128D78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70FA7C34-E778-4AD0-B670-B50221EE4EE5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9F59D386-B2AE-82CC-3160-5975A8020A5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E1F885E8-8E05-3282-8A37-A5683FBF3C0E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1CC13EF4-64AC-9163-40A4-F7DD8FD801B0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321AE892-DC8E-2E46-1E3E-5EE81FCB068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251EA012-28C3-1EFA-DEFD-C2A16F757648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273C5009-21B3-31ED-435A-B1DF4B9DB18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D3AC30DD-56FD-87DF-914C-8855AE8D4E04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86F41534-11FE-2A91-5AB5-8491D186BC7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F96B7A39-7CB6-E33E-85A1-0448B0612ED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3585AC3B-4AEA-A2D7-CFA8-62407A2D6FAD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4F6E5461-D31F-5832-F87E-19434814A766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D733A680-CB02-3124-4B12-AAEDF94D772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8DCC33DB-59E5-CCC2-D469-AAE91F10107F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D68FBF84-8308-3165-657D-A480C5C0431C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162AD47A-F07D-8199-ECA3-DCC1C41A3A32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1F44FB24-9DAC-1766-3B5E-EC69C9BF33EB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B4B370BA-4396-C0AC-ADF4-EABF77DA09D1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5697979A-19D9-2546-C692-D7405D7E3EF5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1D2F90AB-4FE5-A0AB-8917-AEC1B8D551DE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767A84B1-99AA-5A63-BF5B-6B199F733F7F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6BC724E3-59F4-C544-339F-A1F99FA413B1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B68237EC-9875-993D-7670-ABBDC45F7C12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04B5C3A7-79C3-FB93-CAE5-F13EB2624D29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CE87EE69-D453-F1C0-EF7F-ED8B341D6EB7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632AAF46-EE1A-E65C-0D57-99A3DF3C4835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214CAE6E-49AE-B98C-77AB-E942F58A0F36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A8C267E2-8970-1429-F5CF-95A8D968413F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50CBADBF-D585-04A1-4F6A-FC08FF6E9D13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B0B12B89-1FBA-C442-859D-FAED23E96D72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7810CCE2-AE6E-74DB-77B0-AF91815CF35A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1DB92BF7-BD7D-7961-0F37-121EDB351810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EBD7DBA6-7273-EEB9-50C4-C77B3E3DBD7F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78CA7C74-129F-8D14-4B50-71C1225E0E10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796E42DC-EF0E-14C7-E33C-EC3071C6741D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D4975C41-D610-5536-68C7-035787ED45B4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CE0855B1-B720-488C-DCC4-DF62D3E9B171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DD6C99A3-8AF0-E112-4DA7-B9047F1FF0C0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DBE03C67-C702-1028-31BB-1564A72297F4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7A5C45CD-47EB-C5FA-CD45-D95DA4CF2FEE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FC0814CF-FFE3-0E59-0C28-456B9FA75BB4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318D3F5F-CAF4-6F38-0F29-F1472C1E16D6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ADF12675-E3E3-9279-74CD-C7FB68289842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A3C8FE41-27FC-E547-010B-F098BD7D7912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1CBE14DA-04DF-F43F-E18F-EC3ED6EF1E3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2647C10-7FA4-7B0F-A4BD-27E5BA940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E6982A-9FD3-E2E8-4E5B-2D9BD43E2698}"/>
              </a:ext>
            </a:extLst>
          </p:cNvPr>
          <p:cNvSpPr txBox="1"/>
          <p:nvPr/>
        </p:nvSpPr>
        <p:spPr>
          <a:xfrm>
            <a:off x="1175101" y="1524464"/>
            <a:ext cx="64626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Radio</a:t>
            </a:r>
            <a:r>
              <a:rPr lang="vi-VN" sz="1800" dirty="0"/>
              <a:t> là một nút chọn (radio button)</a:t>
            </a:r>
            <a:r>
              <a:rPr lang="en-US" sz="1800" dirty="0"/>
              <a:t> </a:t>
            </a:r>
            <a:r>
              <a:rPr lang="vi-VN" sz="1800" dirty="0"/>
              <a:t>dùng để chọn một giá trị duy nhất trong một nhóm các lựa chọn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Khi một nút radio trong nhóm được chọn </a:t>
            </a:r>
            <a:r>
              <a:rPr lang="en-US" sz="1800" dirty="0" err="1"/>
              <a:t>thì</a:t>
            </a:r>
            <a:r>
              <a:rPr lang="vi-VN" sz="1800" dirty="0"/>
              <a:t> các nút khác tự động bỏ chọn.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Giá trị của mỗi nút được xác định bằng thuộc tính value.</a:t>
            </a:r>
          </a:p>
          <a:p>
            <a:pPr algn="just"/>
            <a:endParaRPr lang="vi-VN" sz="1800" dirty="0"/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   </a:t>
            </a:r>
          </a:p>
        </p:txBody>
      </p:sp>
      <p:grpSp>
        <p:nvGrpSpPr>
          <p:cNvPr id="4" name="Google Shape;9222;p75">
            <a:extLst>
              <a:ext uri="{FF2B5EF4-FFF2-40B4-BE49-F238E27FC236}">
                <a16:creationId xmlns:a16="http://schemas.microsoft.com/office/drawing/2014/main" id="{49B73CEF-B781-95B6-FBB0-575CE11152FC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5" name="Google Shape;9223;p75">
              <a:extLst>
                <a:ext uri="{FF2B5EF4-FFF2-40B4-BE49-F238E27FC236}">
                  <a16:creationId xmlns:a16="http://schemas.microsoft.com/office/drawing/2014/main" id="{2293FA71-7812-F132-2FCC-ED03D900E50A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0" name="Google Shape;9224;p75">
                <a:extLst>
                  <a:ext uri="{FF2B5EF4-FFF2-40B4-BE49-F238E27FC236}">
                    <a16:creationId xmlns:a16="http://schemas.microsoft.com/office/drawing/2014/main" id="{194F971B-3685-A9FD-059D-F124B229C0E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25;p75">
                <a:extLst>
                  <a:ext uri="{FF2B5EF4-FFF2-40B4-BE49-F238E27FC236}">
                    <a16:creationId xmlns:a16="http://schemas.microsoft.com/office/drawing/2014/main" id="{D277C3B4-C4C7-A356-0FEC-AE63AE8AE06D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6;p75">
                <a:extLst>
                  <a:ext uri="{FF2B5EF4-FFF2-40B4-BE49-F238E27FC236}">
                    <a16:creationId xmlns:a16="http://schemas.microsoft.com/office/drawing/2014/main" id="{BDC48494-4A6D-2DC1-9270-7C8B670A6971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7;p75">
                <a:extLst>
                  <a:ext uri="{FF2B5EF4-FFF2-40B4-BE49-F238E27FC236}">
                    <a16:creationId xmlns:a16="http://schemas.microsoft.com/office/drawing/2014/main" id="{17F52442-CF0B-CEBB-2307-5136BD66CAB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8;p75">
                <a:extLst>
                  <a:ext uri="{FF2B5EF4-FFF2-40B4-BE49-F238E27FC236}">
                    <a16:creationId xmlns:a16="http://schemas.microsoft.com/office/drawing/2014/main" id="{7E472769-9B59-DD86-4919-6B389307F5B6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9;p75">
                <a:extLst>
                  <a:ext uri="{FF2B5EF4-FFF2-40B4-BE49-F238E27FC236}">
                    <a16:creationId xmlns:a16="http://schemas.microsoft.com/office/drawing/2014/main" id="{9C154686-0E2C-AFD5-AF13-10FEBD1AB4BD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30;p75">
                <a:extLst>
                  <a:ext uri="{FF2B5EF4-FFF2-40B4-BE49-F238E27FC236}">
                    <a16:creationId xmlns:a16="http://schemas.microsoft.com/office/drawing/2014/main" id="{2455B8F6-A8F8-5673-8713-748DF840DE66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1;p75">
                <a:extLst>
                  <a:ext uri="{FF2B5EF4-FFF2-40B4-BE49-F238E27FC236}">
                    <a16:creationId xmlns:a16="http://schemas.microsoft.com/office/drawing/2014/main" id="{077746F6-F65A-F76C-9C7D-0F04EEF370A3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2;p75">
                <a:extLst>
                  <a:ext uri="{FF2B5EF4-FFF2-40B4-BE49-F238E27FC236}">
                    <a16:creationId xmlns:a16="http://schemas.microsoft.com/office/drawing/2014/main" id="{B2FCA1E9-AF3B-1B76-3C30-F9B0690F5F4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3;p75">
                <a:extLst>
                  <a:ext uri="{FF2B5EF4-FFF2-40B4-BE49-F238E27FC236}">
                    <a16:creationId xmlns:a16="http://schemas.microsoft.com/office/drawing/2014/main" id="{B8956B24-342B-F21F-7F22-ACB1E3E2778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4;p75">
                <a:extLst>
                  <a:ext uri="{FF2B5EF4-FFF2-40B4-BE49-F238E27FC236}">
                    <a16:creationId xmlns:a16="http://schemas.microsoft.com/office/drawing/2014/main" id="{D1830310-8788-713C-9D5F-A9EB4D3BC3D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5;p75">
                <a:extLst>
                  <a:ext uri="{FF2B5EF4-FFF2-40B4-BE49-F238E27FC236}">
                    <a16:creationId xmlns:a16="http://schemas.microsoft.com/office/drawing/2014/main" id="{2CF76116-2893-E818-FA92-5EDC14D9E02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6;p75">
                <a:extLst>
                  <a:ext uri="{FF2B5EF4-FFF2-40B4-BE49-F238E27FC236}">
                    <a16:creationId xmlns:a16="http://schemas.microsoft.com/office/drawing/2014/main" id="{8519A602-8326-7852-1C18-5890496BCDC5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7;p75">
                <a:extLst>
                  <a:ext uri="{FF2B5EF4-FFF2-40B4-BE49-F238E27FC236}">
                    <a16:creationId xmlns:a16="http://schemas.microsoft.com/office/drawing/2014/main" id="{50A059A5-DD83-D22A-13A2-5411E2E3D49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8;p75">
                <a:extLst>
                  <a:ext uri="{FF2B5EF4-FFF2-40B4-BE49-F238E27FC236}">
                    <a16:creationId xmlns:a16="http://schemas.microsoft.com/office/drawing/2014/main" id="{6F988E4D-BBD2-27E1-BB2E-3C96C5C46E0A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9;p75">
                <a:extLst>
                  <a:ext uri="{FF2B5EF4-FFF2-40B4-BE49-F238E27FC236}">
                    <a16:creationId xmlns:a16="http://schemas.microsoft.com/office/drawing/2014/main" id="{32274DA0-7E55-6999-EA01-696E64FFC5A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40;p75">
                <a:extLst>
                  <a:ext uri="{FF2B5EF4-FFF2-40B4-BE49-F238E27FC236}">
                    <a16:creationId xmlns:a16="http://schemas.microsoft.com/office/drawing/2014/main" id="{94F20CB3-004E-1D6A-4863-5870C3F0BD7C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1;p75">
                <a:extLst>
                  <a:ext uri="{FF2B5EF4-FFF2-40B4-BE49-F238E27FC236}">
                    <a16:creationId xmlns:a16="http://schemas.microsoft.com/office/drawing/2014/main" id="{417DC2E0-1C06-EC2A-F57D-832C07254843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2;p75">
                <a:extLst>
                  <a:ext uri="{FF2B5EF4-FFF2-40B4-BE49-F238E27FC236}">
                    <a16:creationId xmlns:a16="http://schemas.microsoft.com/office/drawing/2014/main" id="{B36B1310-A329-B33B-3B0B-FD073A53F18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3;p75">
                <a:extLst>
                  <a:ext uri="{FF2B5EF4-FFF2-40B4-BE49-F238E27FC236}">
                    <a16:creationId xmlns:a16="http://schemas.microsoft.com/office/drawing/2014/main" id="{A3A3F47C-49E9-7A8C-D33B-4E00A98F1849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4;p75">
                <a:extLst>
                  <a:ext uri="{FF2B5EF4-FFF2-40B4-BE49-F238E27FC236}">
                    <a16:creationId xmlns:a16="http://schemas.microsoft.com/office/drawing/2014/main" id="{8F7F7D8B-4456-E1D9-8E7D-0663DE563DC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5;p75">
                <a:extLst>
                  <a:ext uri="{FF2B5EF4-FFF2-40B4-BE49-F238E27FC236}">
                    <a16:creationId xmlns:a16="http://schemas.microsoft.com/office/drawing/2014/main" id="{A7A18FD0-F852-52F9-61C6-AF48700C535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6;p75">
                <a:extLst>
                  <a:ext uri="{FF2B5EF4-FFF2-40B4-BE49-F238E27FC236}">
                    <a16:creationId xmlns:a16="http://schemas.microsoft.com/office/drawing/2014/main" id="{D843DEAE-7E49-FAF9-60EE-BFC89F2DE506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7;p75">
                <a:extLst>
                  <a:ext uri="{FF2B5EF4-FFF2-40B4-BE49-F238E27FC236}">
                    <a16:creationId xmlns:a16="http://schemas.microsoft.com/office/drawing/2014/main" id="{DEC7152F-9CB9-811E-9E5D-8274CEB5DD5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8;p75">
                <a:extLst>
                  <a:ext uri="{FF2B5EF4-FFF2-40B4-BE49-F238E27FC236}">
                    <a16:creationId xmlns:a16="http://schemas.microsoft.com/office/drawing/2014/main" id="{164F0829-2374-4179-8E5A-4ECF9E26997E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9;p75">
                <a:extLst>
                  <a:ext uri="{FF2B5EF4-FFF2-40B4-BE49-F238E27FC236}">
                    <a16:creationId xmlns:a16="http://schemas.microsoft.com/office/drawing/2014/main" id="{F090581D-BAE2-D52A-32CD-306EBD1E1159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50;p75">
                <a:extLst>
                  <a:ext uri="{FF2B5EF4-FFF2-40B4-BE49-F238E27FC236}">
                    <a16:creationId xmlns:a16="http://schemas.microsoft.com/office/drawing/2014/main" id="{EECFB499-CCE7-B3F1-AB91-59D283030C9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1;p75">
                <a:extLst>
                  <a:ext uri="{FF2B5EF4-FFF2-40B4-BE49-F238E27FC236}">
                    <a16:creationId xmlns:a16="http://schemas.microsoft.com/office/drawing/2014/main" id="{0C677816-8750-BFDD-D836-0C8E19CFEA0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2;p75">
                <a:extLst>
                  <a:ext uri="{FF2B5EF4-FFF2-40B4-BE49-F238E27FC236}">
                    <a16:creationId xmlns:a16="http://schemas.microsoft.com/office/drawing/2014/main" id="{21E573FC-5536-D34C-9598-72D50CCD0E7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3;p75">
                <a:extLst>
                  <a:ext uri="{FF2B5EF4-FFF2-40B4-BE49-F238E27FC236}">
                    <a16:creationId xmlns:a16="http://schemas.microsoft.com/office/drawing/2014/main" id="{34005B36-FAB8-32B2-9280-0A2D954DA2F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4;p75">
                <a:extLst>
                  <a:ext uri="{FF2B5EF4-FFF2-40B4-BE49-F238E27FC236}">
                    <a16:creationId xmlns:a16="http://schemas.microsoft.com/office/drawing/2014/main" id="{275FC462-B235-4E59-31DD-A5955D294F71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5;p75">
                <a:extLst>
                  <a:ext uri="{FF2B5EF4-FFF2-40B4-BE49-F238E27FC236}">
                    <a16:creationId xmlns:a16="http://schemas.microsoft.com/office/drawing/2014/main" id="{07274341-8D42-E25A-E37D-0247A4B225D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6;p75">
                <a:extLst>
                  <a:ext uri="{FF2B5EF4-FFF2-40B4-BE49-F238E27FC236}">
                    <a16:creationId xmlns:a16="http://schemas.microsoft.com/office/drawing/2014/main" id="{D31347A9-B9B8-FB71-A036-E45C531E3E9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7;p75">
                <a:extLst>
                  <a:ext uri="{FF2B5EF4-FFF2-40B4-BE49-F238E27FC236}">
                    <a16:creationId xmlns:a16="http://schemas.microsoft.com/office/drawing/2014/main" id="{67963F71-51E6-D9EB-5043-97E1ECAB29D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8;p75">
                <a:extLst>
                  <a:ext uri="{FF2B5EF4-FFF2-40B4-BE49-F238E27FC236}">
                    <a16:creationId xmlns:a16="http://schemas.microsoft.com/office/drawing/2014/main" id="{ADD1D347-724A-AA81-AC38-992B570D374F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9;p75">
                <a:extLst>
                  <a:ext uri="{FF2B5EF4-FFF2-40B4-BE49-F238E27FC236}">
                    <a16:creationId xmlns:a16="http://schemas.microsoft.com/office/drawing/2014/main" id="{A162D716-F668-DAA7-F104-C2ED9D69000C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60;p75">
                <a:extLst>
                  <a:ext uri="{FF2B5EF4-FFF2-40B4-BE49-F238E27FC236}">
                    <a16:creationId xmlns:a16="http://schemas.microsoft.com/office/drawing/2014/main" id="{F8152A78-85C1-C889-44A2-354B229B4A8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1;p75">
                <a:extLst>
                  <a:ext uri="{FF2B5EF4-FFF2-40B4-BE49-F238E27FC236}">
                    <a16:creationId xmlns:a16="http://schemas.microsoft.com/office/drawing/2014/main" id="{A41ADE94-1D86-98E6-73FD-44D68E160B7D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2;p75">
                <a:extLst>
                  <a:ext uri="{FF2B5EF4-FFF2-40B4-BE49-F238E27FC236}">
                    <a16:creationId xmlns:a16="http://schemas.microsoft.com/office/drawing/2014/main" id="{83DEF3D5-C4ED-435E-CCE4-B7B65F123656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3;p75">
                <a:extLst>
                  <a:ext uri="{FF2B5EF4-FFF2-40B4-BE49-F238E27FC236}">
                    <a16:creationId xmlns:a16="http://schemas.microsoft.com/office/drawing/2014/main" id="{441E8C50-81B1-2EB4-6E90-9B238DE3082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4;p75">
                <a:extLst>
                  <a:ext uri="{FF2B5EF4-FFF2-40B4-BE49-F238E27FC236}">
                    <a16:creationId xmlns:a16="http://schemas.microsoft.com/office/drawing/2014/main" id="{B3B9A2EB-EE36-79AD-9F48-C698054B6B0B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5;p75">
                <a:extLst>
                  <a:ext uri="{FF2B5EF4-FFF2-40B4-BE49-F238E27FC236}">
                    <a16:creationId xmlns:a16="http://schemas.microsoft.com/office/drawing/2014/main" id="{AFBE4F1C-8D5D-8089-839A-312E145B7FEC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6;p75">
                <a:extLst>
                  <a:ext uri="{FF2B5EF4-FFF2-40B4-BE49-F238E27FC236}">
                    <a16:creationId xmlns:a16="http://schemas.microsoft.com/office/drawing/2014/main" id="{52CF45FF-C402-9F0D-5F70-F8383541F34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7;p75">
                <a:extLst>
                  <a:ext uri="{FF2B5EF4-FFF2-40B4-BE49-F238E27FC236}">
                    <a16:creationId xmlns:a16="http://schemas.microsoft.com/office/drawing/2014/main" id="{38CF9AF8-E027-DD22-11E8-5A8C341C85FB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8;p75">
                <a:extLst>
                  <a:ext uri="{FF2B5EF4-FFF2-40B4-BE49-F238E27FC236}">
                    <a16:creationId xmlns:a16="http://schemas.microsoft.com/office/drawing/2014/main" id="{0C455CD4-EEB1-375B-194C-DD2FF8A444CC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9269;p75">
              <a:extLst>
                <a:ext uri="{FF2B5EF4-FFF2-40B4-BE49-F238E27FC236}">
                  <a16:creationId xmlns:a16="http://schemas.microsoft.com/office/drawing/2014/main" id="{95AA56B5-ABD0-0FBB-D0AF-FA6A73BB092D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270;p75">
              <a:extLst>
                <a:ext uri="{FF2B5EF4-FFF2-40B4-BE49-F238E27FC236}">
                  <a16:creationId xmlns:a16="http://schemas.microsoft.com/office/drawing/2014/main" id="{EAF1F002-CC7E-55C9-948F-90DEAB05722B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8" name="Google Shape;9271;p75">
                <a:extLst>
                  <a:ext uri="{FF2B5EF4-FFF2-40B4-BE49-F238E27FC236}">
                    <a16:creationId xmlns:a16="http://schemas.microsoft.com/office/drawing/2014/main" id="{C17CBDF8-E4AC-5CF2-A4EE-62AADA7466B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9272;p75">
                <a:extLst>
                  <a:ext uri="{FF2B5EF4-FFF2-40B4-BE49-F238E27FC236}">
                    <a16:creationId xmlns:a16="http://schemas.microsoft.com/office/drawing/2014/main" id="{2FF52539-5258-47A8-5928-B671BB4ED149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3037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06B6005-4C26-626C-7263-47ADAC1F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FE50BD-B4CF-3205-29B4-A5EDEE05E3B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Radio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9F2FB419-D7C7-E30B-A931-18558CF468AF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775B3AE9-F425-E53E-27C5-DF6ACACF216D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9A088047-4AC6-F3F8-9A42-CF59A912CCD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D229AEAF-3AFC-36F8-D486-95B073F567C2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0DFB69A3-10D1-D4B5-227C-9C9C78354F7D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9EA6CCE2-0392-A0FC-4741-D3803EAE19A5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30FFF1B0-FA67-4AF0-D178-080B8C55592C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DD9E6DE1-6D37-7EAD-30AB-633AAE64F1C0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EE9A6B99-052E-89F5-1D23-86C3895A9192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F980FAF6-4253-7A6B-178A-5BFE27604ED6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825C94FA-91DD-826E-10DE-76EDD06C32F4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45CBE27C-6C86-8FD4-77FB-AFBED3A3D14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6BDB95AB-175D-9159-3430-0C967FF5DF9B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17244332-2415-9AD1-D923-D493BB0424AC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FB13C520-D518-B578-C067-04E13A3240A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74514EE-0C2E-F571-C9AD-94CF03C6074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F72A1D66-F98D-8674-49F5-5ED078FA1C56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C07890C2-8B55-A6A5-C507-2BDC2687F7FA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A6F78E61-3504-9279-CD07-F80351867944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BC6EF114-31C6-52CB-3AAE-36C60FBB60A2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8A7231CE-A3C4-EEC2-D098-9D8486CDE7C2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F00C9805-B5F6-CC67-2F3D-EFA26C2122D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A7A1496F-BA0C-F1A1-E9F1-65CF1C2B7AE2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C5A648F5-D661-6B77-7CC9-56B52A775B3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2D861D81-1739-49E0-71D3-6FB9613B598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1F0C91EA-F928-53BD-BEC8-1FB17E0CC820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DA01E513-F708-143A-3C3C-8B3246FC7CB9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79FCCDB9-A27E-B227-366E-18E37E2AE755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8869CDFB-D095-62D3-717A-1F620D3C1995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407800E0-187D-93DE-E61E-B76409C726AC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7E281519-42D7-1186-0A2E-ED8A606465B6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D19C8133-3E5E-53DD-479B-928B26058CD0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7279F7EC-6DE4-A530-4610-AC679101F779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3270D6C5-5396-DD0A-E4A6-444F08C8E4E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B7EB8DF1-F0DD-3C49-13DE-7251B874FABA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AA523E0C-E5D9-AA71-D2B0-0BF45CD0F94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22F8DE07-6B52-A6C4-3E69-94EE7DEAC43D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8E222B4B-CFA4-806E-A345-8A29B9B6D7DB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D95D76F0-E33A-19D3-BD0B-924C233FA9DB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AB7D36B0-DDED-28CB-8993-77FBEDCBE268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6CAE5924-E187-FAF9-8AC6-F4D380206A19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EA87343D-C488-BC78-0105-9B7FEB706149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F9936F81-FAF3-7EDE-C838-AFB20BCCF538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88B501BE-022B-A57C-A83A-E14A7FDE3D49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130A896D-7271-CBEE-8232-345E4925CAAA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E3DB2FE8-BA18-0C6C-E917-A0695393199B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CBA3634B-66F8-D98F-D5FD-5BD4DF93DE25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2C5ED3FE-C66C-0243-7748-486CEC8F015D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D278C6D1-A220-DE86-83C1-45411D695EE0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7572EC93-3F6B-F458-8655-E89A09A6C15A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75A9E01F-0A60-F44D-E213-51942DC2F6C9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5AA89ECD-8794-E8B6-CDDC-B9AB5E932842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066B52FD-2D72-AA4C-2FE4-24C29F4D114F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DC3DC193-138C-47C3-55B1-821246AB62E9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8B7A1079-F26A-F70F-AB15-A78B01F5363E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73CD004E-6E66-5AAA-AB7D-290E02F5CDB0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4479E46C-2663-BCC2-6C83-8B55BEBCB379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6FBA4C85-8052-3C59-BC90-98820D507144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082255CD-CFEC-13F6-0F06-EFB3D1D1E3C0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C02148A-DE85-D596-3A13-81DFD8F89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E6003-029F-D31E-4336-1000B00C1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025" y="877417"/>
            <a:ext cx="2105319" cy="1533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132D8-A51C-2BA6-C4A0-3A149C60E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025" y="2411156"/>
            <a:ext cx="2105319" cy="16956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80E1C6-D3D5-542A-7A23-F8588FA23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347" y="636834"/>
            <a:ext cx="3810312" cy="4371823"/>
          </a:xfrm>
          <a:prstGeom prst="rect">
            <a:avLst/>
          </a:prstGeom>
        </p:spPr>
      </p:pic>
      <p:grpSp>
        <p:nvGrpSpPr>
          <p:cNvPr id="11" name="Google Shape;9222;p75">
            <a:extLst>
              <a:ext uri="{FF2B5EF4-FFF2-40B4-BE49-F238E27FC236}">
                <a16:creationId xmlns:a16="http://schemas.microsoft.com/office/drawing/2014/main" id="{16C823A4-18E0-8771-0C04-9CAFA2CDA152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2" name="Google Shape;9223;p75">
              <a:extLst>
                <a:ext uri="{FF2B5EF4-FFF2-40B4-BE49-F238E27FC236}">
                  <a16:creationId xmlns:a16="http://schemas.microsoft.com/office/drawing/2014/main" id="{427F851D-B834-7150-D89F-CD33B98CBB22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7" name="Google Shape;9224;p75">
                <a:extLst>
                  <a:ext uri="{FF2B5EF4-FFF2-40B4-BE49-F238E27FC236}">
                    <a16:creationId xmlns:a16="http://schemas.microsoft.com/office/drawing/2014/main" id="{574767C0-EB96-6480-41B1-CAE8CDA9E43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5;p75">
                <a:extLst>
                  <a:ext uri="{FF2B5EF4-FFF2-40B4-BE49-F238E27FC236}">
                    <a16:creationId xmlns:a16="http://schemas.microsoft.com/office/drawing/2014/main" id="{9FE1D4DD-1283-BCB6-2EB3-F9641C15826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6;p75">
                <a:extLst>
                  <a:ext uri="{FF2B5EF4-FFF2-40B4-BE49-F238E27FC236}">
                    <a16:creationId xmlns:a16="http://schemas.microsoft.com/office/drawing/2014/main" id="{7FAEEB0C-5E38-BA1A-C35A-6C338ADDA25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7;p75">
                <a:extLst>
                  <a:ext uri="{FF2B5EF4-FFF2-40B4-BE49-F238E27FC236}">
                    <a16:creationId xmlns:a16="http://schemas.microsoft.com/office/drawing/2014/main" id="{8E6FD487-5D83-D53C-F029-99CE5FFC748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8;p75">
                <a:extLst>
                  <a:ext uri="{FF2B5EF4-FFF2-40B4-BE49-F238E27FC236}">
                    <a16:creationId xmlns:a16="http://schemas.microsoft.com/office/drawing/2014/main" id="{282666D8-B5C2-C579-D145-3F3223E791D4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29;p75">
                <a:extLst>
                  <a:ext uri="{FF2B5EF4-FFF2-40B4-BE49-F238E27FC236}">
                    <a16:creationId xmlns:a16="http://schemas.microsoft.com/office/drawing/2014/main" id="{91A5D144-9948-3F7A-DCF5-806474964550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0;p75">
                <a:extLst>
                  <a:ext uri="{FF2B5EF4-FFF2-40B4-BE49-F238E27FC236}">
                    <a16:creationId xmlns:a16="http://schemas.microsoft.com/office/drawing/2014/main" id="{2695F8EE-AEF2-A733-128E-B8C22C2A3329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1;p75">
                <a:extLst>
                  <a:ext uri="{FF2B5EF4-FFF2-40B4-BE49-F238E27FC236}">
                    <a16:creationId xmlns:a16="http://schemas.microsoft.com/office/drawing/2014/main" id="{CEEAD7DA-4DAF-2B13-8654-79BC3FF98F2D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2;p75">
                <a:extLst>
                  <a:ext uri="{FF2B5EF4-FFF2-40B4-BE49-F238E27FC236}">
                    <a16:creationId xmlns:a16="http://schemas.microsoft.com/office/drawing/2014/main" id="{D1D4795D-A3F9-8236-2EF4-2CD76D4D9C05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3;p75">
                <a:extLst>
                  <a:ext uri="{FF2B5EF4-FFF2-40B4-BE49-F238E27FC236}">
                    <a16:creationId xmlns:a16="http://schemas.microsoft.com/office/drawing/2014/main" id="{67585B20-49BD-5628-7110-420E2A11CE01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4;p75">
                <a:extLst>
                  <a:ext uri="{FF2B5EF4-FFF2-40B4-BE49-F238E27FC236}">
                    <a16:creationId xmlns:a16="http://schemas.microsoft.com/office/drawing/2014/main" id="{1D69B029-62FB-E9E7-E4B9-D6B2EE5D6C2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5;p75">
                <a:extLst>
                  <a:ext uri="{FF2B5EF4-FFF2-40B4-BE49-F238E27FC236}">
                    <a16:creationId xmlns:a16="http://schemas.microsoft.com/office/drawing/2014/main" id="{F5F7A289-8312-A7C3-29DE-7FB3689D296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6;p75">
                <a:extLst>
                  <a:ext uri="{FF2B5EF4-FFF2-40B4-BE49-F238E27FC236}">
                    <a16:creationId xmlns:a16="http://schemas.microsoft.com/office/drawing/2014/main" id="{3FF328AB-D1D9-AB78-5466-E27A4A2AAF7B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7;p75">
                <a:extLst>
                  <a:ext uri="{FF2B5EF4-FFF2-40B4-BE49-F238E27FC236}">
                    <a16:creationId xmlns:a16="http://schemas.microsoft.com/office/drawing/2014/main" id="{06EE4B3F-4E87-A1A2-262C-B8CFAF9FF39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8;p75">
                <a:extLst>
                  <a:ext uri="{FF2B5EF4-FFF2-40B4-BE49-F238E27FC236}">
                    <a16:creationId xmlns:a16="http://schemas.microsoft.com/office/drawing/2014/main" id="{F51CAFA1-943A-6A0C-1673-0A26463BC657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39;p75">
                <a:extLst>
                  <a:ext uri="{FF2B5EF4-FFF2-40B4-BE49-F238E27FC236}">
                    <a16:creationId xmlns:a16="http://schemas.microsoft.com/office/drawing/2014/main" id="{8A5D6DA4-1551-833C-FCE6-F208A188D29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0;p75">
                <a:extLst>
                  <a:ext uri="{FF2B5EF4-FFF2-40B4-BE49-F238E27FC236}">
                    <a16:creationId xmlns:a16="http://schemas.microsoft.com/office/drawing/2014/main" id="{A244F262-B86F-A489-D2DE-CEA2428D6F9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1;p75">
                <a:extLst>
                  <a:ext uri="{FF2B5EF4-FFF2-40B4-BE49-F238E27FC236}">
                    <a16:creationId xmlns:a16="http://schemas.microsoft.com/office/drawing/2014/main" id="{C5B7048D-979C-7B2B-84F3-2F18DD3C1D8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2;p75">
                <a:extLst>
                  <a:ext uri="{FF2B5EF4-FFF2-40B4-BE49-F238E27FC236}">
                    <a16:creationId xmlns:a16="http://schemas.microsoft.com/office/drawing/2014/main" id="{68CBFDFC-618A-00F0-0999-606C1966A329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3;p75">
                <a:extLst>
                  <a:ext uri="{FF2B5EF4-FFF2-40B4-BE49-F238E27FC236}">
                    <a16:creationId xmlns:a16="http://schemas.microsoft.com/office/drawing/2014/main" id="{57F2AB15-A99C-B8D2-1C10-633CB13BDAC7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4;p75">
                <a:extLst>
                  <a:ext uri="{FF2B5EF4-FFF2-40B4-BE49-F238E27FC236}">
                    <a16:creationId xmlns:a16="http://schemas.microsoft.com/office/drawing/2014/main" id="{F96E2EB5-4D63-B552-02CF-685354D8D65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5;p75">
                <a:extLst>
                  <a:ext uri="{FF2B5EF4-FFF2-40B4-BE49-F238E27FC236}">
                    <a16:creationId xmlns:a16="http://schemas.microsoft.com/office/drawing/2014/main" id="{1A4FCBC3-29E2-0C31-4032-83386A4CB9C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6;p75">
                <a:extLst>
                  <a:ext uri="{FF2B5EF4-FFF2-40B4-BE49-F238E27FC236}">
                    <a16:creationId xmlns:a16="http://schemas.microsoft.com/office/drawing/2014/main" id="{541E8B40-824E-1C4A-756F-4492BDE40AC4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7;p75">
                <a:extLst>
                  <a:ext uri="{FF2B5EF4-FFF2-40B4-BE49-F238E27FC236}">
                    <a16:creationId xmlns:a16="http://schemas.microsoft.com/office/drawing/2014/main" id="{9B4D7B75-34AD-DE1A-80A6-57FDFA2781C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8;p75">
                <a:extLst>
                  <a:ext uri="{FF2B5EF4-FFF2-40B4-BE49-F238E27FC236}">
                    <a16:creationId xmlns:a16="http://schemas.microsoft.com/office/drawing/2014/main" id="{FE987161-96C8-C19F-8B43-DDD5B5DEB8D0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49;p75">
                <a:extLst>
                  <a:ext uri="{FF2B5EF4-FFF2-40B4-BE49-F238E27FC236}">
                    <a16:creationId xmlns:a16="http://schemas.microsoft.com/office/drawing/2014/main" id="{A06AA92E-5985-3CB2-91A1-4BDDB033624B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0;p75">
                <a:extLst>
                  <a:ext uri="{FF2B5EF4-FFF2-40B4-BE49-F238E27FC236}">
                    <a16:creationId xmlns:a16="http://schemas.microsoft.com/office/drawing/2014/main" id="{9FD3CCFB-6DA0-51E6-DE46-76883722E1B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1;p75">
                <a:extLst>
                  <a:ext uri="{FF2B5EF4-FFF2-40B4-BE49-F238E27FC236}">
                    <a16:creationId xmlns:a16="http://schemas.microsoft.com/office/drawing/2014/main" id="{910374EC-093D-3AF7-A136-393EDBA59DB1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2;p75">
                <a:extLst>
                  <a:ext uri="{FF2B5EF4-FFF2-40B4-BE49-F238E27FC236}">
                    <a16:creationId xmlns:a16="http://schemas.microsoft.com/office/drawing/2014/main" id="{E968365C-8AAC-AA26-BE96-EE453A318A7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3;p75">
                <a:extLst>
                  <a:ext uri="{FF2B5EF4-FFF2-40B4-BE49-F238E27FC236}">
                    <a16:creationId xmlns:a16="http://schemas.microsoft.com/office/drawing/2014/main" id="{613E3BF9-4432-7269-4B22-D7B93F90F8A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4;p75">
                <a:extLst>
                  <a:ext uri="{FF2B5EF4-FFF2-40B4-BE49-F238E27FC236}">
                    <a16:creationId xmlns:a16="http://schemas.microsoft.com/office/drawing/2014/main" id="{80474DDC-E24E-83FE-CF2A-1AC9F3F75133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5;p75">
                <a:extLst>
                  <a:ext uri="{FF2B5EF4-FFF2-40B4-BE49-F238E27FC236}">
                    <a16:creationId xmlns:a16="http://schemas.microsoft.com/office/drawing/2014/main" id="{1B93FFE8-A944-22FF-234D-F2C7511A39D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6;p75">
                <a:extLst>
                  <a:ext uri="{FF2B5EF4-FFF2-40B4-BE49-F238E27FC236}">
                    <a16:creationId xmlns:a16="http://schemas.microsoft.com/office/drawing/2014/main" id="{BC267CA4-643C-3EFC-15F1-0ED8F329A42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7;p75">
                <a:extLst>
                  <a:ext uri="{FF2B5EF4-FFF2-40B4-BE49-F238E27FC236}">
                    <a16:creationId xmlns:a16="http://schemas.microsoft.com/office/drawing/2014/main" id="{F18052F2-E954-2E7A-061C-AA80BB3C85F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8;p75">
                <a:extLst>
                  <a:ext uri="{FF2B5EF4-FFF2-40B4-BE49-F238E27FC236}">
                    <a16:creationId xmlns:a16="http://schemas.microsoft.com/office/drawing/2014/main" id="{BE115709-5322-BA33-CFCE-BC55BEE08FA3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59;p75">
                <a:extLst>
                  <a:ext uri="{FF2B5EF4-FFF2-40B4-BE49-F238E27FC236}">
                    <a16:creationId xmlns:a16="http://schemas.microsoft.com/office/drawing/2014/main" id="{304CC5E5-C3D5-7A91-242E-4F0FE22A0BFB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0;p75">
                <a:extLst>
                  <a:ext uri="{FF2B5EF4-FFF2-40B4-BE49-F238E27FC236}">
                    <a16:creationId xmlns:a16="http://schemas.microsoft.com/office/drawing/2014/main" id="{3F15A2A6-3F0A-C771-7E08-77854E84F26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1;p75">
                <a:extLst>
                  <a:ext uri="{FF2B5EF4-FFF2-40B4-BE49-F238E27FC236}">
                    <a16:creationId xmlns:a16="http://schemas.microsoft.com/office/drawing/2014/main" id="{E0BA8EC9-9B6D-A15C-268E-657280AFF876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2;p75">
                <a:extLst>
                  <a:ext uri="{FF2B5EF4-FFF2-40B4-BE49-F238E27FC236}">
                    <a16:creationId xmlns:a16="http://schemas.microsoft.com/office/drawing/2014/main" id="{CD007D5D-CA80-7FF7-1F6F-83939706C0B5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3;p75">
                <a:extLst>
                  <a:ext uri="{FF2B5EF4-FFF2-40B4-BE49-F238E27FC236}">
                    <a16:creationId xmlns:a16="http://schemas.microsoft.com/office/drawing/2014/main" id="{7551C8DF-E118-FDAC-4ADD-F6E6645EED2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4;p75">
                <a:extLst>
                  <a:ext uri="{FF2B5EF4-FFF2-40B4-BE49-F238E27FC236}">
                    <a16:creationId xmlns:a16="http://schemas.microsoft.com/office/drawing/2014/main" id="{5D1AAB36-59D3-6DFD-F722-0B3192C6264A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5;p75">
                <a:extLst>
                  <a:ext uri="{FF2B5EF4-FFF2-40B4-BE49-F238E27FC236}">
                    <a16:creationId xmlns:a16="http://schemas.microsoft.com/office/drawing/2014/main" id="{14A88576-D5F7-880F-BFEE-050B7E5DA5B5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6;p75">
                <a:extLst>
                  <a:ext uri="{FF2B5EF4-FFF2-40B4-BE49-F238E27FC236}">
                    <a16:creationId xmlns:a16="http://schemas.microsoft.com/office/drawing/2014/main" id="{C4EF0B63-F8B9-933C-63B6-19381A7FF1E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7;p75">
                <a:extLst>
                  <a:ext uri="{FF2B5EF4-FFF2-40B4-BE49-F238E27FC236}">
                    <a16:creationId xmlns:a16="http://schemas.microsoft.com/office/drawing/2014/main" id="{447EB392-5C79-6970-B963-AC5883FC46B1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268;p75">
                <a:extLst>
                  <a:ext uri="{FF2B5EF4-FFF2-40B4-BE49-F238E27FC236}">
                    <a16:creationId xmlns:a16="http://schemas.microsoft.com/office/drawing/2014/main" id="{A86C53D3-BE98-7CD1-8AC2-D6F510E3E504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269;p75">
              <a:extLst>
                <a:ext uri="{FF2B5EF4-FFF2-40B4-BE49-F238E27FC236}">
                  <a16:creationId xmlns:a16="http://schemas.microsoft.com/office/drawing/2014/main" id="{26C2A80D-E697-13C5-14E6-FAB3BBDB273B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9270;p75">
              <a:extLst>
                <a:ext uri="{FF2B5EF4-FFF2-40B4-BE49-F238E27FC236}">
                  <a16:creationId xmlns:a16="http://schemas.microsoft.com/office/drawing/2014/main" id="{AAC43AD0-1441-E9A7-16FF-15F23AE2BD84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5" name="Google Shape;9271;p75">
                <a:extLst>
                  <a:ext uri="{FF2B5EF4-FFF2-40B4-BE49-F238E27FC236}">
                    <a16:creationId xmlns:a16="http://schemas.microsoft.com/office/drawing/2014/main" id="{6802CF10-B730-32B2-14CC-D7B527186EA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72;p75">
                <a:extLst>
                  <a:ext uri="{FF2B5EF4-FFF2-40B4-BE49-F238E27FC236}">
                    <a16:creationId xmlns:a16="http://schemas.microsoft.com/office/drawing/2014/main" id="{46F9A906-3E58-9ABE-264B-06362213669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88749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2995678-4AFF-40BF-7DF1-8EFF10020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857F95-1063-5B59-52F6-4FF35CDD4130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E95B52C3-3869-08E9-1C2D-E3ED1865A1E2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4CEF2DCC-BBEE-23B9-986C-1AF4A93078A8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79969A91-353E-AB55-D311-9269E4D4C159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45CB485C-7491-5FF5-1B56-AF6CC74E3BF3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8FF6DC36-1133-0A84-B676-48432BBB1C06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8C3AAFD7-705A-7A0F-371A-608D952E614A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4AE9793A-1095-C82C-7A55-DA08FD4F0DA9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76B7ABF2-382E-BF5E-4C62-3B28E517EFB1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D469C43C-AD76-9A3A-FFC6-3B945B8F1331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CC2A10FF-AF55-56C1-3CC6-6350B6A47713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373B73FE-C1B2-92F0-5F9A-D657280C3A07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9106A610-F71B-8F1B-E4F7-9BA0E6F2659D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E9013BEE-910F-6A59-905E-B5A831430F99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AADD90D5-3D12-5BFB-E223-2C71108FAB4D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0C603921-6C0E-93F4-C2C4-739E5B55F8DC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B86C4AF5-3AE1-C747-894F-BF55B01EA76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250691C5-676A-006A-0134-832C54CD9264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61F91F36-2927-BA24-F0EF-D194DD8A6D93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EA1EB16B-9A99-C54E-ACBD-7E362BBD6C23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3C5D383D-6592-A816-48A0-F722AD80F69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91A912F8-3BF3-83BD-A2CC-E4CE9271C469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07495FD0-0AFF-A9B2-C690-DD2A58C40B2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1645AAFF-D3EC-BBA6-E67B-42F7868810C4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B84BF693-FEC1-66BD-FA27-517EBCCC10C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FEB9141D-569B-B5B2-A8FA-4D26932BB886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DCA7E6E9-7206-7EB0-AE3E-763EA355D588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AFBFDEBB-0CE4-7A01-BC23-E0E427244217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07F09B56-2054-4648-64B8-643CD7426B6A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F0EE5E27-623B-7D6C-CDDB-AA9B22B4913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82666DC2-6071-F736-3854-41EE7314F3E4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0DFEFC62-E4EB-4E93-E143-855B75F512BD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58F9C754-E515-1845-E6DC-3640EE2B7F0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BD1860DE-741E-94D3-3FF2-6CF71BA3106C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D711530C-4EA4-E549-BD42-7D69A3A1816F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9FD1457A-11D9-CA1A-CDE7-4CE1252D97A5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2B3E4F6C-390D-FEDC-B365-5AA4FC2D63CF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30ED49E8-8983-57FA-FE0F-7EECA8DCD5AD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7664CBB0-C044-A8BB-BA05-0F8982D4E9AC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8BD3D202-09F6-59D3-8E8A-8E0942A78783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A258040B-976C-6E52-3121-3CCB66511246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9F4838A0-436D-CEF3-BD50-5FB24C53514C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2BED3357-5760-D49D-7DE8-13E186B9E7A8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BC5730F2-B7B4-2275-0FD7-0C9E6140051D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3AF50A50-0FF8-0222-D0BF-8ECDDBC7317A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4C4C46F5-6150-10BF-D5C5-D424F05458AC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2BCE178E-E095-584B-E2A1-F024743FA70F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758A223A-2F48-D63D-9F78-EEB5C60CC5AF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E6D1B79D-0798-453C-5846-EE0D4F0C1351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0CF64A79-1882-4570-44E5-15CD54EA105A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AD111BDC-C5F8-A1F9-67D8-51714D1CB650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3FBFFC2D-3E82-F65E-D37E-02D1C57B0DF9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471E1531-431F-03DC-81EF-EB47E210FF04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27313522-D262-B241-C235-703D2A722579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2A99C81D-57DE-8AD1-4592-C692581E8C29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589D0B75-8ADA-EA57-8DD4-A43DB60CD203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48441859-D65F-EF51-1F48-6420BA7A49D1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A43A3318-E205-A03A-89C7-E5ACED5E77DA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E8AF2667-EBA5-C429-08CF-CBB1CAB29B40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22F566B6-A9F7-17BC-EC8E-66A973D882CE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2A2FD9EA-0387-4270-5BFB-3199E1921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677DD8-3919-3826-41B6-00DE5046E411}"/>
              </a:ext>
            </a:extLst>
          </p:cNvPr>
          <p:cNvSpPr txBox="1"/>
          <p:nvPr/>
        </p:nvSpPr>
        <p:spPr>
          <a:xfrm>
            <a:off x="413893" y="867007"/>
            <a:ext cx="62229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1800" b="1" dirty="0">
                <a:latin typeface="+mn-lt"/>
              </a:rPr>
              <a:t>Slider</a:t>
            </a:r>
            <a:r>
              <a:rPr lang="vi-VN" sz="1800" dirty="0">
                <a:latin typeface="+mn-lt"/>
              </a:rPr>
              <a:t> là một widget dùng để chọn một giá trị trong một khoảng cho trước</a:t>
            </a:r>
            <a:r>
              <a:rPr lang="en-US" sz="1800" dirty="0">
                <a:latin typeface="+mn-lt"/>
              </a:rPr>
              <a:t> (</a:t>
            </a:r>
            <a:r>
              <a:rPr lang="en-US" sz="1800" dirty="0" err="1">
                <a:latin typeface="+mn-lt"/>
              </a:rPr>
              <a:t>khoảng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liên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tục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hoặc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rời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rạc</a:t>
            </a:r>
            <a:r>
              <a:rPr lang="en-US" sz="1800" dirty="0">
                <a:latin typeface="+mn-lt"/>
              </a:rPr>
              <a:t>).</a:t>
            </a:r>
            <a:r>
              <a:rPr lang="vi-VN" sz="1800" dirty="0">
                <a:latin typeface="+mn-lt"/>
              </a:rPr>
              <a:t> </a:t>
            </a:r>
            <a:endParaRPr lang="en-US" sz="18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1800" dirty="0">
                <a:latin typeface="+mn-lt"/>
              </a:rPr>
              <a:t>Người dùng có thể trượt thanh trượt để chọn giá trị mong muốn.</a:t>
            </a:r>
            <a:endParaRPr lang="en-US" sz="18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Slider không lưu trạng thái của chính nó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K</a:t>
            </a:r>
            <a:r>
              <a:rPr lang="vi-VN" sz="1800" dirty="0"/>
              <a:t>hi người dùng kéo thay đổi giá trị, nó gọi onChanged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vi-VN" sz="1800" dirty="0"/>
              <a:t>cập nhật giá trị.</a:t>
            </a:r>
            <a:endParaRPr lang="en-US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5773BB3-DE10-7AE2-58BB-E4CA63690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12" y="3292380"/>
            <a:ext cx="63833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Thumb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nút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tròn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người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kéo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Track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đường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nằm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ngang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di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chuyển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dọc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nó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Active side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track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vị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trí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chọn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”).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Inactive side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track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max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chưa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chọn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”).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j-lt"/>
              </a:rPr>
              <a:t>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 indicator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hiển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thị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trị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kéo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</a:t>
            </a:r>
            <a:r>
              <a:rPr lang="en-US" altLang="en-US" sz="1600" dirty="0">
                <a:solidFill>
                  <a:schemeClr val="tx1"/>
                </a:solidFill>
              </a:rPr>
              <a:t>(</a:t>
            </a:r>
            <a:r>
              <a:rPr lang="en-US" altLang="en-US" sz="1600" dirty="0" err="1">
                <a:solidFill>
                  <a:schemeClr val="tx1"/>
                </a:solidFill>
              </a:rPr>
              <a:t>nếu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có</a:t>
            </a:r>
            <a:r>
              <a:rPr lang="en-US" altLang="en-US" sz="1600" dirty="0">
                <a:solidFill>
                  <a:schemeClr val="tx1"/>
                </a:solidFill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F4F32A7E-B31A-C606-1B33-D121BA77385C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7" name="Google Shape;9223;p75">
              <a:extLst>
                <a:ext uri="{FF2B5EF4-FFF2-40B4-BE49-F238E27FC236}">
                  <a16:creationId xmlns:a16="http://schemas.microsoft.com/office/drawing/2014/main" id="{DFBA74C7-24AD-8B99-5898-30DDCBFB33C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2" name="Google Shape;9224;p75">
                <a:extLst>
                  <a:ext uri="{FF2B5EF4-FFF2-40B4-BE49-F238E27FC236}">
                    <a16:creationId xmlns:a16="http://schemas.microsoft.com/office/drawing/2014/main" id="{E317850D-E252-2B8C-CA20-F546942514F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BB40A86A-0DA1-DE9E-041E-F26AB2F60C40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6BE30E06-847B-058A-75B6-3DEA738233C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FA0F7817-3CFC-3346-A6FF-58593256759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C1037959-2A9D-C57B-31FC-A812B0A36956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867B1223-3646-1D00-B679-17BF517717B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DA2CC7CC-24B2-A30E-1EB3-59F721885A03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28126FF9-80D3-96AF-3706-2E050D5F0315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FB0A291A-726D-3123-4EBA-EF9B4B8459C2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37D3EB4E-A8AF-3CA9-EA42-B4D6F6020E0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5453C2C9-C8C7-C051-1E15-A43FA0C80FA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2879253A-9105-B8CD-0B88-A93804925DF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87389F21-1CC8-7032-3A68-D52569F4A0EE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06499D24-98C1-9224-9269-5655560B8CD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2EA83096-30FF-3B34-86FC-A259BBB60244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EA4B844D-E855-98F9-CEB5-ED2884E1030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712C7EEF-F1B5-64A3-833F-5835099F4DD3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E45CA606-6291-DF9F-C79B-A9D685A8B85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B70D80C4-6123-50EA-7191-46E173FE831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190A3315-E009-F8C1-C4EA-07A99ACC6122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6FA5727C-3305-EFD3-027E-5E4CED77C25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927EF34D-3669-1AC1-A558-F890B437FF16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617FDC07-1C4D-31DC-14B9-61017285CB56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8F34303D-76B7-0CE5-BAE9-0BEC965ECB0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D4FF1CD1-F987-EE24-1E27-EDE9E994BAC5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A11272E0-9BBA-5820-0478-30818A4751FC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887E8A06-1B06-ECAA-0FC6-AFBA0364AE5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C9975797-6EBA-12EE-C36C-346ABA40C88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C32B9B6B-2D9C-BB17-5C18-B65F56FD20C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101BDB96-2CCC-9FF0-A705-57AE4C059CD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8DDF4D19-97C0-8C91-4456-CC5A5BEBB07E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0443121A-77AF-6417-1884-CADFDA0A699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2CA1F8A5-BCA7-4102-9767-79E2C4D8822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D09A0FCC-4A3B-FB84-93A5-6C6B95F120B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C5A0ABF8-527E-666B-B1D6-66467DA225CF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6F61201B-BE70-1092-B21E-2583BB05A56E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96B39B53-0033-DA10-A456-6D43E0D5F4F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63F9C22E-B3BE-6704-EB01-840F4407CF74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93C2A2DD-F17E-B569-82C0-D13494A252A2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0618DF6B-B8D4-B7BA-C1A2-A54A74F0AC2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4475FD83-C17E-82AE-792A-50CC731366F4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9AC481B3-E503-A07A-B46E-35047146B71A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4A901FB3-5CB0-6B0E-C4E2-D2D20B85CF0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E7A2B4F8-5982-F560-992A-506CEBE87B7D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45439AE1-12AE-DFB1-8233-A4C8F58A2199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269;p75">
              <a:extLst>
                <a:ext uri="{FF2B5EF4-FFF2-40B4-BE49-F238E27FC236}">
                  <a16:creationId xmlns:a16="http://schemas.microsoft.com/office/drawing/2014/main" id="{6FB2B75E-8BFE-1041-F082-844C8967FC6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270;p75">
              <a:extLst>
                <a:ext uri="{FF2B5EF4-FFF2-40B4-BE49-F238E27FC236}">
                  <a16:creationId xmlns:a16="http://schemas.microsoft.com/office/drawing/2014/main" id="{E39EEA92-06AE-9526-E3E5-0D995B77F5A8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0" name="Google Shape;9271;p75">
                <a:extLst>
                  <a:ext uri="{FF2B5EF4-FFF2-40B4-BE49-F238E27FC236}">
                    <a16:creationId xmlns:a16="http://schemas.microsoft.com/office/drawing/2014/main" id="{F3C2D17C-1ED3-EB59-0AB4-309A7869626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72;p75">
                <a:extLst>
                  <a:ext uri="{FF2B5EF4-FFF2-40B4-BE49-F238E27FC236}">
                    <a16:creationId xmlns:a16="http://schemas.microsoft.com/office/drawing/2014/main" id="{AC083E74-B9FC-23F0-BD71-3C998382F2EA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025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B6BBC9D-B9F6-19B7-2D3F-CAEC5922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4581C9-92D9-95B7-5414-2B32BA054E72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3ED67E54-DCED-A47D-A429-49F9A7F17409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68021C99-8035-5725-EF28-4266718B3757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611AF501-44A6-07CD-27A9-32A8E6459FA2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91EDFD7A-7559-61E8-C41E-E1F284D618A7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62643971-1873-FDE1-DAFB-A2E6887A4380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CFD34CCB-BFD5-D163-5425-433C4C7B41F0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8B7BEFB9-A1FD-B4EF-EE07-1966CCB006C5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10E3B628-28BB-BAAA-57F2-2B49A263D10E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3FA4BF5B-7C8F-0583-5C4E-24BA3C18077B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252ECF07-2D4B-025B-8E95-3DC44E4F15C9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217110FF-817E-594F-4559-180BB2DA723E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73B62FCE-A5E8-A491-D9C7-D8528FE73B09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E4E1A685-081D-3106-BFD9-4B5C8166C57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02F05BB2-EB46-BBEA-1F91-CE755BCCB1E1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CDC69F80-135C-6E40-7E69-DFBA08E985C6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E12EC2A2-11B5-F9EF-2333-E112C603A4C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05596B85-35E6-A4D9-62B8-5AC12F108D66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9B6113D4-3EE0-5427-0939-3EC8D019136E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63CD30A6-5916-A116-B92F-09A27B9D826C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B3720B41-EEA4-8DCD-A362-CCB70548CDB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626827F7-3A00-7965-CFBA-EEB5E2A34428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F2BD2D24-E8AD-E4A1-053F-60CFFE62C337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AA1EDE5D-1446-1183-1233-8079E0D18BE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C7F20F36-F9E3-B305-2B20-178C99EB01B4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2E677441-1665-75F4-BF96-C50328A17C31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3358B723-D013-B350-BD02-FED5BC83C0A8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42436F69-C061-958D-56DA-E2257A7FB596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932ED8D6-A7B3-F6ED-2877-867F77D93F2C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F9400F2A-FDF4-5892-E348-CF039D69D151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44C38D57-6F96-F8E1-266F-45FFB769FE98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DFB4C41D-786A-2F1A-019E-AB744A88A8DC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B3E6AEB7-D0B9-68FD-7021-15F3FE25A879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D2E3B499-3E9E-9B25-8A9F-7E902312BA82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C3734A48-1E0E-3DC8-C758-01102BBA8635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68924DDD-939D-3D01-E9CB-2152B7738D1C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75A7F955-DC8F-B271-F8BD-BC4B447467A7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81AF1418-7A58-843C-A8D3-CFBA124E0DA0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5AA84EB4-E68D-070D-D14F-CF92C844BE60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1E934E2C-7E8F-3BAD-934F-1A62D633F1F4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F1DD8048-DCF9-C8B9-7FF7-4DF4035F42D8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712A2C6B-A04B-C09A-3EAA-FF2855B35D69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119C8B00-E7DF-CC94-5EBC-4AD4C90C855B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B6A88C3E-5D3D-43AE-29EB-2A44929097E0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36BDD0A9-E284-33BA-8E39-E399CA931C3C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A98BA2DA-110E-3BC9-259F-13F6EE622EA2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21C5D578-4E8D-75BA-CB63-920EAA470859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4E9884B1-F4E0-4CD2-0722-E55E2955C4D0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9165666F-4682-9F26-7B2B-5B553E345B55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EC4BB1A5-80F6-CB89-7509-2F639C9CB284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F91DCAB8-C7E6-39A5-50A7-6DCB2D9B3CA6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60ABAA55-4C65-822D-EB36-3EE593DBCDE2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869AD356-9F29-39A6-B818-AD406737CE59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3B1D0E0D-FD5C-F87C-7DA5-E629062B6268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6BA84B42-683A-2C2A-4325-CE6E4D0D2C63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CB9EF0B0-3999-5A43-B949-C1A2935319F3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EB8DF94E-8B84-5EB0-C871-9356EC453C87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CC40FF42-5B32-1428-B9B9-56B6CA63B610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F741C724-BEB3-133D-3517-BCFDCA209720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460FB56C-8C5B-E60D-41AF-F9A93BAA42D7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DF3010D-3929-AD15-1896-FB313AF86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0371A-9647-6081-22AF-A143B4A89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211" y="791736"/>
            <a:ext cx="3851593" cy="13802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97F97D-AD34-4419-4EC5-16DDBD28F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52" y="791736"/>
            <a:ext cx="3925863" cy="39762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CBF3B-A677-77E9-4425-B76C80F7C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908" y="2186344"/>
            <a:ext cx="3851593" cy="257481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Google Shape;9222;p75">
            <a:extLst>
              <a:ext uri="{FF2B5EF4-FFF2-40B4-BE49-F238E27FC236}">
                <a16:creationId xmlns:a16="http://schemas.microsoft.com/office/drawing/2014/main" id="{D509FF42-23F2-2CBA-ADF0-155505A5FEFA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4" name="Google Shape;9223;p75">
              <a:extLst>
                <a:ext uri="{FF2B5EF4-FFF2-40B4-BE49-F238E27FC236}">
                  <a16:creationId xmlns:a16="http://schemas.microsoft.com/office/drawing/2014/main" id="{6F681055-0025-0DCA-0130-228FB364364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9" name="Google Shape;9224;p75">
                <a:extLst>
                  <a:ext uri="{FF2B5EF4-FFF2-40B4-BE49-F238E27FC236}">
                    <a16:creationId xmlns:a16="http://schemas.microsoft.com/office/drawing/2014/main" id="{A51EBFC0-3978-DC38-E7A6-6134D0E40A0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5;p75">
                <a:extLst>
                  <a:ext uri="{FF2B5EF4-FFF2-40B4-BE49-F238E27FC236}">
                    <a16:creationId xmlns:a16="http://schemas.microsoft.com/office/drawing/2014/main" id="{B03454AA-0F2E-23C0-20B4-BEC5A40380CB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6;p75">
                <a:extLst>
                  <a:ext uri="{FF2B5EF4-FFF2-40B4-BE49-F238E27FC236}">
                    <a16:creationId xmlns:a16="http://schemas.microsoft.com/office/drawing/2014/main" id="{660CCF9C-88B2-081A-AA1C-7D37EF078E5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27;p75">
                <a:extLst>
                  <a:ext uri="{FF2B5EF4-FFF2-40B4-BE49-F238E27FC236}">
                    <a16:creationId xmlns:a16="http://schemas.microsoft.com/office/drawing/2014/main" id="{3048646E-48A0-7FDA-6F6A-4E648795D7C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28;p75">
                <a:extLst>
                  <a:ext uri="{FF2B5EF4-FFF2-40B4-BE49-F238E27FC236}">
                    <a16:creationId xmlns:a16="http://schemas.microsoft.com/office/drawing/2014/main" id="{54D56EAD-2F79-C08A-22BC-7E35ECD5D004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29;p75">
                <a:extLst>
                  <a:ext uri="{FF2B5EF4-FFF2-40B4-BE49-F238E27FC236}">
                    <a16:creationId xmlns:a16="http://schemas.microsoft.com/office/drawing/2014/main" id="{AB78B013-6A9D-272D-2F87-FF0C97EF8E6B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0;p75">
                <a:extLst>
                  <a:ext uri="{FF2B5EF4-FFF2-40B4-BE49-F238E27FC236}">
                    <a16:creationId xmlns:a16="http://schemas.microsoft.com/office/drawing/2014/main" id="{C8D82959-E539-6ABF-BE25-A01B915BDE3C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1;p75">
                <a:extLst>
                  <a:ext uri="{FF2B5EF4-FFF2-40B4-BE49-F238E27FC236}">
                    <a16:creationId xmlns:a16="http://schemas.microsoft.com/office/drawing/2014/main" id="{67129618-30C9-185A-C9C0-9112C3CC4296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2;p75">
                <a:extLst>
                  <a:ext uri="{FF2B5EF4-FFF2-40B4-BE49-F238E27FC236}">
                    <a16:creationId xmlns:a16="http://schemas.microsoft.com/office/drawing/2014/main" id="{E5C90979-2CDB-B8CF-2382-77FA5590A7F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3;p75">
                <a:extLst>
                  <a:ext uri="{FF2B5EF4-FFF2-40B4-BE49-F238E27FC236}">
                    <a16:creationId xmlns:a16="http://schemas.microsoft.com/office/drawing/2014/main" id="{CCF17A32-2E8A-A1E8-E41F-FE4330280B2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4;p75">
                <a:extLst>
                  <a:ext uri="{FF2B5EF4-FFF2-40B4-BE49-F238E27FC236}">
                    <a16:creationId xmlns:a16="http://schemas.microsoft.com/office/drawing/2014/main" id="{ADE3993E-068B-07DF-C15B-367EDD5A03A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5;p75">
                <a:extLst>
                  <a:ext uri="{FF2B5EF4-FFF2-40B4-BE49-F238E27FC236}">
                    <a16:creationId xmlns:a16="http://schemas.microsoft.com/office/drawing/2014/main" id="{13112E53-1A43-AC81-A9E4-0C7A724BB06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6;p75">
                <a:extLst>
                  <a:ext uri="{FF2B5EF4-FFF2-40B4-BE49-F238E27FC236}">
                    <a16:creationId xmlns:a16="http://schemas.microsoft.com/office/drawing/2014/main" id="{586161F7-4643-6DF6-7634-EEB9C624231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37;p75">
                <a:extLst>
                  <a:ext uri="{FF2B5EF4-FFF2-40B4-BE49-F238E27FC236}">
                    <a16:creationId xmlns:a16="http://schemas.microsoft.com/office/drawing/2014/main" id="{87591BA5-3B09-324B-664D-F3D974BC2FA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38;p75">
                <a:extLst>
                  <a:ext uri="{FF2B5EF4-FFF2-40B4-BE49-F238E27FC236}">
                    <a16:creationId xmlns:a16="http://schemas.microsoft.com/office/drawing/2014/main" id="{72397F47-B8AC-4F66-6F6C-331EDF38CE92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39;p75">
                <a:extLst>
                  <a:ext uri="{FF2B5EF4-FFF2-40B4-BE49-F238E27FC236}">
                    <a16:creationId xmlns:a16="http://schemas.microsoft.com/office/drawing/2014/main" id="{6D7CC80E-85ED-B7CD-6ACF-A5D4E0A5058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0;p75">
                <a:extLst>
                  <a:ext uri="{FF2B5EF4-FFF2-40B4-BE49-F238E27FC236}">
                    <a16:creationId xmlns:a16="http://schemas.microsoft.com/office/drawing/2014/main" id="{945E2988-17A7-45FF-8ED8-C5367878527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1;p75">
                <a:extLst>
                  <a:ext uri="{FF2B5EF4-FFF2-40B4-BE49-F238E27FC236}">
                    <a16:creationId xmlns:a16="http://schemas.microsoft.com/office/drawing/2014/main" id="{BDDEE238-FAD1-3130-675F-F9FA88D8FB87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2;p75">
                <a:extLst>
                  <a:ext uri="{FF2B5EF4-FFF2-40B4-BE49-F238E27FC236}">
                    <a16:creationId xmlns:a16="http://schemas.microsoft.com/office/drawing/2014/main" id="{97060D1B-3036-0442-BA62-B6CC056C339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3;p75">
                <a:extLst>
                  <a:ext uri="{FF2B5EF4-FFF2-40B4-BE49-F238E27FC236}">
                    <a16:creationId xmlns:a16="http://schemas.microsoft.com/office/drawing/2014/main" id="{2BC1A4E7-7CD7-0BF8-8097-3EFD7CDD8536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4;p75">
                <a:extLst>
                  <a:ext uri="{FF2B5EF4-FFF2-40B4-BE49-F238E27FC236}">
                    <a16:creationId xmlns:a16="http://schemas.microsoft.com/office/drawing/2014/main" id="{567EF124-7512-BEF6-621E-229B4D6FE54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5;p75">
                <a:extLst>
                  <a:ext uri="{FF2B5EF4-FFF2-40B4-BE49-F238E27FC236}">
                    <a16:creationId xmlns:a16="http://schemas.microsoft.com/office/drawing/2014/main" id="{590463DE-3BBE-B789-8CCA-7D2BC0090AC4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6;p75">
                <a:extLst>
                  <a:ext uri="{FF2B5EF4-FFF2-40B4-BE49-F238E27FC236}">
                    <a16:creationId xmlns:a16="http://schemas.microsoft.com/office/drawing/2014/main" id="{C94AF6C9-32BE-9B4B-2A79-A618F07C94F5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47;p75">
                <a:extLst>
                  <a:ext uri="{FF2B5EF4-FFF2-40B4-BE49-F238E27FC236}">
                    <a16:creationId xmlns:a16="http://schemas.microsoft.com/office/drawing/2014/main" id="{34B63F16-ECA1-E782-EE23-E96D7B4D2AA2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48;p75">
                <a:extLst>
                  <a:ext uri="{FF2B5EF4-FFF2-40B4-BE49-F238E27FC236}">
                    <a16:creationId xmlns:a16="http://schemas.microsoft.com/office/drawing/2014/main" id="{D2E75FD7-81E4-FE5F-60C0-876A8963502F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49;p75">
                <a:extLst>
                  <a:ext uri="{FF2B5EF4-FFF2-40B4-BE49-F238E27FC236}">
                    <a16:creationId xmlns:a16="http://schemas.microsoft.com/office/drawing/2014/main" id="{BFF68870-1BBF-D748-F31D-AF58E543654F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0;p75">
                <a:extLst>
                  <a:ext uri="{FF2B5EF4-FFF2-40B4-BE49-F238E27FC236}">
                    <a16:creationId xmlns:a16="http://schemas.microsoft.com/office/drawing/2014/main" id="{EB7837DB-5D48-F926-A6FA-C9332341289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1;p75">
                <a:extLst>
                  <a:ext uri="{FF2B5EF4-FFF2-40B4-BE49-F238E27FC236}">
                    <a16:creationId xmlns:a16="http://schemas.microsoft.com/office/drawing/2014/main" id="{9B6F934B-A934-9105-4B9C-B5EED54B0565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2;p75">
                <a:extLst>
                  <a:ext uri="{FF2B5EF4-FFF2-40B4-BE49-F238E27FC236}">
                    <a16:creationId xmlns:a16="http://schemas.microsoft.com/office/drawing/2014/main" id="{1AE0284B-7070-2648-F4E2-FE90FB03E6A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3;p75">
                <a:extLst>
                  <a:ext uri="{FF2B5EF4-FFF2-40B4-BE49-F238E27FC236}">
                    <a16:creationId xmlns:a16="http://schemas.microsoft.com/office/drawing/2014/main" id="{F174252A-58FB-063E-BAAB-7B1080B3143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4;p75">
                <a:extLst>
                  <a:ext uri="{FF2B5EF4-FFF2-40B4-BE49-F238E27FC236}">
                    <a16:creationId xmlns:a16="http://schemas.microsoft.com/office/drawing/2014/main" id="{826AB319-A5D2-3DDA-99EA-B1E8BF5351BC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5;p75">
                <a:extLst>
                  <a:ext uri="{FF2B5EF4-FFF2-40B4-BE49-F238E27FC236}">
                    <a16:creationId xmlns:a16="http://schemas.microsoft.com/office/drawing/2014/main" id="{A75D6494-E4F6-FC60-E36B-CE65BEEE4DF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6;p75">
                <a:extLst>
                  <a:ext uri="{FF2B5EF4-FFF2-40B4-BE49-F238E27FC236}">
                    <a16:creationId xmlns:a16="http://schemas.microsoft.com/office/drawing/2014/main" id="{F0C262B3-B5D6-4719-2C42-4C11138491A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57;p75">
                <a:extLst>
                  <a:ext uri="{FF2B5EF4-FFF2-40B4-BE49-F238E27FC236}">
                    <a16:creationId xmlns:a16="http://schemas.microsoft.com/office/drawing/2014/main" id="{DBCA894F-7BC6-9593-1B0C-2927A5A9FA7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58;p75">
                <a:extLst>
                  <a:ext uri="{FF2B5EF4-FFF2-40B4-BE49-F238E27FC236}">
                    <a16:creationId xmlns:a16="http://schemas.microsoft.com/office/drawing/2014/main" id="{963A993E-5C56-B89A-B8AA-947E6E18C788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59;p75">
                <a:extLst>
                  <a:ext uri="{FF2B5EF4-FFF2-40B4-BE49-F238E27FC236}">
                    <a16:creationId xmlns:a16="http://schemas.microsoft.com/office/drawing/2014/main" id="{CC6323BA-2E70-D021-F8AF-FBBB9F7583CC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0;p75">
                <a:extLst>
                  <a:ext uri="{FF2B5EF4-FFF2-40B4-BE49-F238E27FC236}">
                    <a16:creationId xmlns:a16="http://schemas.microsoft.com/office/drawing/2014/main" id="{A6512218-8884-8618-7039-9F4173AEA63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1;p75">
                <a:extLst>
                  <a:ext uri="{FF2B5EF4-FFF2-40B4-BE49-F238E27FC236}">
                    <a16:creationId xmlns:a16="http://schemas.microsoft.com/office/drawing/2014/main" id="{2E229BB1-C93D-F848-87E1-401A1710D76F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2;p75">
                <a:extLst>
                  <a:ext uri="{FF2B5EF4-FFF2-40B4-BE49-F238E27FC236}">
                    <a16:creationId xmlns:a16="http://schemas.microsoft.com/office/drawing/2014/main" id="{E74E7E18-3496-B081-E368-9B22D0FBB79A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3;p75">
                <a:extLst>
                  <a:ext uri="{FF2B5EF4-FFF2-40B4-BE49-F238E27FC236}">
                    <a16:creationId xmlns:a16="http://schemas.microsoft.com/office/drawing/2014/main" id="{FF35C8B3-8D89-911E-FD77-89C2E21BD99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4;p75">
                <a:extLst>
                  <a:ext uri="{FF2B5EF4-FFF2-40B4-BE49-F238E27FC236}">
                    <a16:creationId xmlns:a16="http://schemas.microsoft.com/office/drawing/2014/main" id="{776890BB-58AB-A6DF-A33C-1DA0F572BE10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5;p75">
                <a:extLst>
                  <a:ext uri="{FF2B5EF4-FFF2-40B4-BE49-F238E27FC236}">
                    <a16:creationId xmlns:a16="http://schemas.microsoft.com/office/drawing/2014/main" id="{138A1141-19C0-8D28-4E5E-4B3E0D5A20EE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266;p75">
                <a:extLst>
                  <a:ext uri="{FF2B5EF4-FFF2-40B4-BE49-F238E27FC236}">
                    <a16:creationId xmlns:a16="http://schemas.microsoft.com/office/drawing/2014/main" id="{533B4472-511C-2ADA-2778-47894990A25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9267;p75">
                <a:extLst>
                  <a:ext uri="{FF2B5EF4-FFF2-40B4-BE49-F238E27FC236}">
                    <a16:creationId xmlns:a16="http://schemas.microsoft.com/office/drawing/2014/main" id="{A810B08D-98C2-DC00-12AE-C2792756F96E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9268;p75">
                <a:extLst>
                  <a:ext uri="{FF2B5EF4-FFF2-40B4-BE49-F238E27FC236}">
                    <a16:creationId xmlns:a16="http://schemas.microsoft.com/office/drawing/2014/main" id="{5CC67728-53D5-0C3C-0FD3-24D10AF9CD87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9269;p75">
              <a:extLst>
                <a:ext uri="{FF2B5EF4-FFF2-40B4-BE49-F238E27FC236}">
                  <a16:creationId xmlns:a16="http://schemas.microsoft.com/office/drawing/2014/main" id="{3FE21CC9-98DF-3F07-914F-A27ECCFB0D0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9270;p75">
              <a:extLst>
                <a:ext uri="{FF2B5EF4-FFF2-40B4-BE49-F238E27FC236}">
                  <a16:creationId xmlns:a16="http://schemas.microsoft.com/office/drawing/2014/main" id="{5BE25514-4EDC-EDD9-CC46-C6CF159D0AD1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7" name="Google Shape;9271;p75">
                <a:extLst>
                  <a:ext uri="{FF2B5EF4-FFF2-40B4-BE49-F238E27FC236}">
                    <a16:creationId xmlns:a16="http://schemas.microsoft.com/office/drawing/2014/main" id="{BB960A0D-6A3C-7CA8-7D27-7E7C3C583D8F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72;p75">
                <a:extLst>
                  <a:ext uri="{FF2B5EF4-FFF2-40B4-BE49-F238E27FC236}">
                    <a16:creationId xmlns:a16="http://schemas.microsoft.com/office/drawing/2014/main" id="{C0F57F5C-C8D0-10E3-A8DC-127F13E3EF0D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6903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0B58651-5F6F-A0A9-6041-EAB95F7C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A4E96F-4331-F623-CCEA-10B11E277190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Input Widgets</a:t>
            </a: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3AAA43BF-EE02-7650-E6FD-D28591357C02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5FF4AAB1-A44B-282E-3E87-2AC2F2107190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3EF6D528-ED0F-2CEC-C04A-A85898A2B16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87275614-274C-3B23-5B50-53AEC7BB5F75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B9E284C9-960B-5520-242A-AF3EEE83941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FA26E879-8407-9D86-883E-92F0A0C0A79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74257F6F-585A-8A93-9488-0715B7DCF02B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0419B1E0-2AE7-2C93-7763-3FBC7845BBCC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92EB9A72-30DA-B2F0-1F29-2FD95FFEF50A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B9C3781C-D3BE-3168-6055-FAE5CF10DE82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470E596A-64E5-F4E8-713F-FAAC6A5EFB8C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F15D87F9-EC2E-C96B-C929-D9AA15DA9D53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8F599DA9-7F69-FFEB-0982-0872108118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35126300-8363-EB0F-A7AD-0618743CE11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5C2E2F50-F1A9-F348-BBD7-406EA50CA93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8CACB689-148B-DAB3-D297-01096A131C9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9F7ECE95-FB0E-2A15-826B-3FFBB5A53661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3658C286-0849-233E-EC18-E6C5EE794C7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34C9F6BF-16E8-EB25-D4CE-F1AF1A1C5002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C9AF4CB4-7E9D-7C3B-09D0-4A94C605B9E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6CFA939C-DD0D-0C6C-48D7-AAAB699DC23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C2CB6A57-FE81-4E14-4913-D92BF51073A4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332EDAA2-7215-B222-B872-FB861FCADCFA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1B591982-1378-DC88-FD2E-C6CFBCAF8DC8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C2077F51-79BF-2B20-A9E6-D272713E098B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6760DA51-FECA-6293-3480-7BE32AC61AF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DC54061A-8280-315B-6AC4-CAC594D0BBA0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8590E4D9-AE35-FF63-742A-CD12420248D6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739197AE-D87D-EF41-A6BC-239B09B4038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BD2C3F65-57F8-1EF6-DF15-45B3AB0F7FE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D22D5834-D3A3-AF51-F0C0-49E816B79FF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D5D8E656-18BF-82E1-E7B7-45EBB94B7F6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E94F6774-B316-966A-A491-756574A977E1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AEC84AC2-91E3-4003-74CF-9B4F74A1B18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3A328A35-10F5-36B3-2207-BB391381F30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CF5E346E-F1F1-11D2-55C7-B1F7544CEBD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192FEFFF-FF7B-661F-F888-EC4834F771E7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EB5129ED-40C3-39D1-9E81-94C9B2210F72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EF34BB44-074A-136D-BC29-1A5D4EF932B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0E0F16AF-ED10-30A7-BCCB-CD177CC78F53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A423F571-F962-4DA4-C803-1D9562C6CA77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8F65FC41-8956-035A-30EF-8279C9E29EB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6230A2EF-DFFA-C6DB-26FF-761DED48DA86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5F5C8A6F-3C40-BEEA-D04D-CE588CDD13E0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23E7E21C-ED25-AD3D-D56A-BFB99FD41C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85731FE2-418D-BC8F-A537-12F0DB5E1AC3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D76A8922-DB87-B48C-459C-51341F0ADDFE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DA42587D-0F75-3CDC-60DD-58BA9B98A8BC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61271D41-5BB7-65F8-DE4C-946D28E810CF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1AC3CEA6-2B65-7A36-BFED-71F23A8C1EC4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19F63E9B-33D5-2CD5-6C56-CE4845F9F067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0319C9FE-30E4-8B36-A7F9-9ED3AE00D5FF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6E7504B8-DBB1-845B-F8C2-D036CFAF6183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5D30E158-991A-0B0C-F209-18DBC6A63BAD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239B211F-5D18-208D-E858-31B47AAC580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004CF45E-0AF1-D05D-4ACA-5BC8BE6252C0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8273C952-6B15-CE36-48E7-875D92066131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3CEABE3D-CB02-C262-F545-8278353E26B2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4A3DD261-1DB2-35C3-5B06-7D0DF0E55127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FF186010-8BF3-4B02-37F4-436FAB694DCD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74FCF136-305A-85DA-992C-7F908DAECB2E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558792DE-B53F-6A0C-FA48-7ADB4B9C21FE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A76A6C7-034C-E663-3F05-C331BD0A1B6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ABEAB543-D7D8-AF06-9A80-A4A2A7CCF30C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1EF0088F-66EE-CEE3-887A-9F34C351BA1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66D0CA09-A040-FA3E-54B5-C003FF237C9F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4C4B75B9-8371-39D8-473D-73BF96F64BE4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187B110A-9AA5-BCC7-BEAF-FE4A9CF75195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E4BD556B-406D-35C0-F012-15656027BF87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E6BF29FD-2E87-7583-2F25-D7446D235CA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59370789-337D-CA02-ED7F-269D3D2D5D69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1064E57F-7470-1716-F1B0-861E91CE2C5B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2C07E715-CEAF-ED53-9625-AF16F2DC6271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FC614857-0E32-4FB2-C9A6-8C1F12B7C66B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E5239823-DC66-90F9-46D3-66E37E2CF590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9DB469C2-5C80-AA70-8EF6-5F90F2B00BA5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FC639A6C-2780-A526-7340-E32FC09D05CB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935ABB52-B3CA-C2EC-CA40-F3EAB9F6E580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66D1D734-7C08-226D-6911-DF1AE8EF903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D87BEB06-C94D-0F59-D191-039F1807D717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7F7187D2-CD87-1237-4735-B20793C718C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C3A21212-4EB2-B476-36FF-56251EC331B9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C4D80408-C40C-24B3-92BC-09D557CA8388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9E7A8ACF-C538-318B-544D-D69DA6901AFF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0DD007F1-5A36-DC1E-07BB-BB8196D4675A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3E7803E6-8C3B-BAFD-6B9D-74B82708D5E6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FA8C2A97-1B01-72A1-22B2-1A601FE23A8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916ADA33-626A-C0F4-2798-C5EDB84366F0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645F31E1-744A-FDD1-33F3-BAD3EF6C0EA9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374B88E5-E99D-C563-0965-8B9822F58020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5174C800-2B86-8FC6-A001-4F1B1FBFEBE6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AFF8F143-E2A6-3C4B-FACB-EEB7A2FCA3FB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6ED12BE8-4B28-71B5-206B-0232B0ED5C6F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00359C95-CA07-CEDE-D101-FB988B4FDAF8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C67F5526-A33B-D1BD-00FD-E3EF13BC3CA7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D4FFA8B8-D2E6-CE85-6470-B10E63BB9190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88E57814-423E-39B5-FDB4-08E3057013DD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853D5E13-5988-11F6-7071-59F3D256ED13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11215506-7508-E43D-79E4-50FBD7C19E76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D6687155-0384-8EB3-8D91-D0ED79F394E6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6D8E34F8-3DF7-1705-E3AC-C4791CE0602C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3EEF40F8-F02B-2993-B358-2B03B2DCB26D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F72C9B2D-6FA4-9DA9-5D21-B0B1B183B2CA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22CDC9CB-2EB3-EC0E-9FC8-ACEDFFACBA26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EE833E25-4351-4F4F-3EEE-F6E7E30A4EF4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DFFD7146-D813-260A-0C4F-4E3D42BFC16A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46FD1E57-ABD9-F1D5-D79E-39E662E3C243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F3BB74D8-3D10-4826-6194-5E438CA25C83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21B5E9DC-11F9-6C0D-E49D-4F3F87FA31B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3BF71881-A4DB-4196-3E3B-01A6073DEEE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9D76393-6BC8-D9DD-CCAD-FE2B3AB81037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Switch, Checkbox, Radio, Slider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  </a:t>
            </a:r>
            <a:r>
              <a:rPr lang="en-US" sz="2000" b="1" dirty="0" err="1"/>
              <a:t>GestureDetector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InkWell</a:t>
            </a:r>
            <a:endParaRPr lang="en-US" sz="2000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56A9617-A582-EDA9-2D62-7249DBFC0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84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CAF003-2DAD-B499-9F0C-AE27F0FB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7B58DC-B00A-2664-2526-CFDEDBE7E1C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C0A634CD-3FE9-5062-7EE7-310A4AB9D30F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F8419836-B6AD-46A1-D85F-D94C1EA4DCAE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9F718545-CF62-0129-3B47-45B787B2673C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691506B5-F6D9-E6DF-6656-81A582EDA54C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6ED87D22-CD18-B4C5-FC74-72E21ECDCA89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E770DDAD-1345-F837-EDD6-BDE2409CAA87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F108FB12-FCDC-661D-9E0B-602728EDFAC3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79B6C0E7-2E57-A83B-2323-576862775351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7796B8F1-F7A5-9571-4FC5-3015303D2490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579942FA-83F6-BA13-C581-D5597FDB4413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24122F07-A8AC-27DB-01DA-F829453F1E31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E037583E-8D40-01CF-4A99-22B79D4FC29F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06992705-F50C-29A5-7DE3-B39ED03BC83F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A7DF15D9-86D9-151E-0AA3-BE7DB38DFF6A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F4340E4C-7D2C-4A02-8E01-54D3F2E3D082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5F5270D0-104F-ABE0-F044-51F057E2D77B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D53C6DD5-BD6D-7E10-038E-0657B8BF8472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0ACEAED5-A7FD-7B82-46C2-B4736D4C128D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8ADB0E65-1702-156E-E0F1-E7B1350EB770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AAEB73C1-45FF-C460-D834-019BED62D36D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DA03448E-1FBA-5339-DAFF-2E63256C6BD5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EB0C0FF5-228D-D865-E405-54C528385830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0BCFF139-04C5-0911-0D96-1212DF78388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99240188-8312-485A-26B6-C7E9F7BBC434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F6E8B4BF-1482-587D-E458-F35EAB2757B6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FDEEA9CD-C53B-1454-732C-E25E6629C204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28EF3BB7-DEA8-26B1-2D61-2F278EC54E14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D76429E8-E9CD-BEBB-AAB0-648B4C68FD6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551CB963-A4F0-E11F-014B-6A24C9823D58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5344BCE6-D75D-EB3E-582D-35B477484FD6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BC101806-5E74-0E35-6C48-01A48F8629F7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2FE72BA5-2190-4061-8D80-1A147D0B1A20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AE360D12-B8E4-1EC6-BFE0-DA3EC1EE5E66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20568ABD-8417-3D3F-6EF7-391085A0C2D7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2B45AA0E-33FD-DA2A-70FF-7BA6E26A57B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A31F9158-66FE-56D5-C20C-8BF684DE7AC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75D3C7FC-A5F0-8B81-D17E-9D4D9AA17D44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2F407886-869F-C1D6-4968-703ACD820687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56846755-E8F7-273A-DDF4-5EB0CEDD0A39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99F31385-772A-050B-73AA-18767203CF5B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6AC8F69A-6CAF-AEBF-04B5-7F10618739A5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3E9AA0C5-AE81-8E91-FF13-79FBBDABC231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3C972007-A8C4-52A4-5192-FBBC7A8BC2FF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EC56FB82-DFCF-04C1-D9E0-045F055164B3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B9DED936-3710-DC88-92CE-374850DF1AAC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8DACFBF3-073D-E0BE-E4E9-609E77470397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BBC4C3B8-2FEA-BD04-B0B1-5B945BAAC87D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EEAE5103-F423-6EA8-AC96-AE6D07F390C2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02251F46-A89B-297F-A608-6D516685A54D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DBC527EA-B0A9-12EF-C597-DC53B0E5CBFE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530C74F7-275E-F5AD-B679-04A60EA12322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D600ED16-233A-CA67-FC78-6669B7E8E2D9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BA9E0545-8416-C363-A736-221B21DCF2DA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F54C2D8A-1F78-70A9-69AA-C8BB45E9B321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87AD853F-E3E8-2C2B-D96C-8D839724AB39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021CBACC-42C1-A4B4-9777-B89F2D3B0F97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259639C3-79A0-420B-200C-C97215E7B87E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E4259942-6BCB-FB4B-A393-B5ADA06BCE2F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13A54BDF-920F-21E7-4577-413851C9D67E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7F35016-1F3E-F2DD-7D8F-B60940C4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2728B5-B247-7B75-CD67-E7A72EDFEB45}"/>
              </a:ext>
            </a:extLst>
          </p:cNvPr>
          <p:cNvSpPr txBox="1"/>
          <p:nvPr/>
        </p:nvSpPr>
        <p:spPr>
          <a:xfrm>
            <a:off x="806973" y="1171366"/>
            <a:ext cx="72201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600" b="1" dirty="0"/>
              <a:t>GestureDetector </a:t>
            </a:r>
            <a:r>
              <a:rPr lang="vi-VN" sz="1600" dirty="0"/>
              <a:t>là widget dùng để phát hiện</a:t>
            </a:r>
            <a:r>
              <a:rPr lang="en-US" sz="1600" dirty="0"/>
              <a:t>,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vi-VN" sz="1600" dirty="0"/>
              <a:t> các cử chỉ (gestures) người dùng: nhấn, kéo, nhấn giữ, chạm đúp, v.v.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600" b="1" dirty="0"/>
              <a:t>InkWell </a:t>
            </a:r>
            <a:r>
              <a:rPr lang="vi-VN" sz="1600" dirty="0"/>
              <a:t>là widget tương tác với hiệu ứng ripple (gợn sóng) khi người dùng chạm vào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 err="1"/>
              <a:t>Cả</a:t>
            </a:r>
            <a:r>
              <a:rPr lang="en-US" sz="1600" dirty="0"/>
              <a:t> </a:t>
            </a:r>
            <a:r>
              <a:rPr lang="en-US" sz="1600" dirty="0" err="1"/>
              <a:t>hai</a:t>
            </a:r>
            <a:r>
              <a:rPr lang="en-US" sz="1600" dirty="0"/>
              <a:t> widget </a:t>
            </a:r>
            <a:r>
              <a:rPr lang="en-US" sz="1600" dirty="0" err="1"/>
              <a:t>đều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tương</a:t>
            </a:r>
            <a:r>
              <a:rPr lang="en-US" sz="1600" dirty="0"/>
              <a:t> </a:t>
            </a:r>
            <a:r>
              <a:rPr lang="en-US" sz="1600" dirty="0" err="1"/>
              <a:t>tác</a:t>
            </a:r>
            <a:endParaRPr lang="en-US" sz="16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Các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thuộc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tính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chính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như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</a:t>
            </a:r>
            <a:r>
              <a:rPr lang="vi-VN" sz="1600" dirty="0"/>
              <a:t>– onTap: </a:t>
            </a:r>
            <a:r>
              <a:rPr lang="en-US" sz="1600" dirty="0" err="1"/>
              <a:t>Gọi</a:t>
            </a:r>
            <a:r>
              <a:rPr lang="en-US" sz="1600" dirty="0"/>
              <a:t> </a:t>
            </a:r>
            <a:r>
              <a:rPr lang="vi-VN" sz="1600" dirty="0"/>
              <a:t>khi người dùng chạm </a:t>
            </a:r>
            <a:r>
              <a:rPr lang="en-US" sz="1600" dirty="0" err="1"/>
              <a:t>vào</a:t>
            </a:r>
            <a:r>
              <a:rPr lang="vi-VN" sz="1600" dirty="0"/>
              <a:t>.</a:t>
            </a:r>
            <a:endParaRPr lang="en-US" sz="16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</a:t>
            </a:r>
            <a:r>
              <a:rPr lang="vi-VN" sz="1600" dirty="0"/>
              <a:t>– onDoubleTap: </a:t>
            </a:r>
            <a:r>
              <a:rPr lang="en-US" sz="1600" dirty="0" err="1"/>
              <a:t>Gọi</a:t>
            </a:r>
            <a:r>
              <a:rPr lang="en-US" sz="1600" dirty="0"/>
              <a:t> </a:t>
            </a:r>
            <a:r>
              <a:rPr lang="vi-VN" sz="1600" dirty="0"/>
              <a:t>khi người dùng chạm hai lần.</a:t>
            </a:r>
            <a:endParaRPr lang="en-US" sz="16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</a:t>
            </a:r>
            <a:r>
              <a:rPr lang="vi-VN" sz="1600" dirty="0"/>
              <a:t>– onLongPress: </a:t>
            </a:r>
            <a:r>
              <a:rPr lang="en-US" sz="1600" dirty="0" err="1"/>
              <a:t>Gọi</a:t>
            </a:r>
            <a:r>
              <a:rPr lang="en-US" sz="1600" dirty="0"/>
              <a:t> </a:t>
            </a:r>
            <a:r>
              <a:rPr lang="vi-VN" sz="1600" dirty="0"/>
              <a:t>khi người d</a:t>
            </a:r>
            <a:r>
              <a:rPr lang="en-US" sz="1600" dirty="0" err="1"/>
              <a:t>ùng</a:t>
            </a:r>
            <a:r>
              <a:rPr lang="en-US" sz="1600" dirty="0"/>
              <a:t> </a:t>
            </a:r>
            <a:r>
              <a:rPr lang="en-US" sz="1600" dirty="0" err="1"/>
              <a:t>nhấn</a:t>
            </a:r>
            <a:r>
              <a:rPr lang="en-US" sz="1600" dirty="0"/>
              <a:t> </a:t>
            </a:r>
            <a:r>
              <a:rPr lang="en-US" sz="1600" dirty="0" err="1"/>
              <a:t>giữ</a:t>
            </a:r>
            <a:r>
              <a:rPr lang="en-US" sz="1600" dirty="0"/>
              <a:t>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</a:t>
            </a:r>
            <a:r>
              <a:rPr lang="vi-VN" sz="1600" dirty="0"/>
              <a:t>– </a:t>
            </a:r>
            <a:r>
              <a:rPr lang="en-US" sz="1600" dirty="0" err="1"/>
              <a:t>borderRadius</a:t>
            </a:r>
            <a:r>
              <a:rPr lang="en-US" sz="1600" dirty="0"/>
              <a:t>: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bo</a:t>
            </a:r>
            <a:r>
              <a:rPr lang="en-US" sz="1600" dirty="0"/>
              <a:t> </a:t>
            </a:r>
            <a:r>
              <a:rPr lang="en-US" sz="1600" dirty="0" err="1"/>
              <a:t>góc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hiệu</a:t>
            </a:r>
            <a:r>
              <a:rPr lang="en-US" sz="1600" dirty="0"/>
              <a:t> </a:t>
            </a:r>
            <a:r>
              <a:rPr lang="en-US" sz="1600" dirty="0" err="1"/>
              <a:t>ứng</a:t>
            </a:r>
            <a:r>
              <a:rPr lang="en-US" sz="1600" dirty="0"/>
              <a:t> ripple (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InkWell</a:t>
            </a:r>
            <a:r>
              <a:rPr lang="en-US" sz="1600" dirty="0"/>
              <a:t>).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oogle Shape;9222;p75">
            <a:extLst>
              <a:ext uri="{FF2B5EF4-FFF2-40B4-BE49-F238E27FC236}">
                <a16:creationId xmlns:a16="http://schemas.microsoft.com/office/drawing/2014/main" id="{336ACF45-250B-F05C-4F4B-DBF3D9AB266E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6" name="Google Shape;9223;p75">
              <a:extLst>
                <a:ext uri="{FF2B5EF4-FFF2-40B4-BE49-F238E27FC236}">
                  <a16:creationId xmlns:a16="http://schemas.microsoft.com/office/drawing/2014/main" id="{B2271582-B1A0-C76A-39E0-237084A48B58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129DE5D2-69BA-D8F0-1309-AC021249599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5;p75">
                <a:extLst>
                  <a:ext uri="{FF2B5EF4-FFF2-40B4-BE49-F238E27FC236}">
                    <a16:creationId xmlns:a16="http://schemas.microsoft.com/office/drawing/2014/main" id="{89113B6A-F852-AD2F-2726-52C66EDAC6B3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6;p75">
                <a:extLst>
                  <a:ext uri="{FF2B5EF4-FFF2-40B4-BE49-F238E27FC236}">
                    <a16:creationId xmlns:a16="http://schemas.microsoft.com/office/drawing/2014/main" id="{87BF7922-8021-B876-4C4B-BEAD0471BAB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7;p75">
                <a:extLst>
                  <a:ext uri="{FF2B5EF4-FFF2-40B4-BE49-F238E27FC236}">
                    <a16:creationId xmlns:a16="http://schemas.microsoft.com/office/drawing/2014/main" id="{D4B9D8BB-9A6B-717E-7B7B-59079F4F1156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8;p75">
                <a:extLst>
                  <a:ext uri="{FF2B5EF4-FFF2-40B4-BE49-F238E27FC236}">
                    <a16:creationId xmlns:a16="http://schemas.microsoft.com/office/drawing/2014/main" id="{3D45A3B9-F4DE-DDF6-7928-4E3937AB89F5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9;p75">
                <a:extLst>
                  <a:ext uri="{FF2B5EF4-FFF2-40B4-BE49-F238E27FC236}">
                    <a16:creationId xmlns:a16="http://schemas.microsoft.com/office/drawing/2014/main" id="{3E90B448-4FD1-CE4E-71D4-E4726D526049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0;p75">
                <a:extLst>
                  <a:ext uri="{FF2B5EF4-FFF2-40B4-BE49-F238E27FC236}">
                    <a16:creationId xmlns:a16="http://schemas.microsoft.com/office/drawing/2014/main" id="{06A97261-92D8-6158-8803-53EFDF83CF80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1;p75">
                <a:extLst>
                  <a:ext uri="{FF2B5EF4-FFF2-40B4-BE49-F238E27FC236}">
                    <a16:creationId xmlns:a16="http://schemas.microsoft.com/office/drawing/2014/main" id="{F5A81614-4978-6643-852F-9099A8BEB119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2;p75">
                <a:extLst>
                  <a:ext uri="{FF2B5EF4-FFF2-40B4-BE49-F238E27FC236}">
                    <a16:creationId xmlns:a16="http://schemas.microsoft.com/office/drawing/2014/main" id="{F24910B3-19B3-1B0A-54AC-3BEF149FB41D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3;p75">
                <a:extLst>
                  <a:ext uri="{FF2B5EF4-FFF2-40B4-BE49-F238E27FC236}">
                    <a16:creationId xmlns:a16="http://schemas.microsoft.com/office/drawing/2014/main" id="{A9903850-EAF2-FD62-933F-1C638A3552A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4;p75">
                <a:extLst>
                  <a:ext uri="{FF2B5EF4-FFF2-40B4-BE49-F238E27FC236}">
                    <a16:creationId xmlns:a16="http://schemas.microsoft.com/office/drawing/2014/main" id="{2A8A6978-051E-8573-DB10-6317DC572536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5;p75">
                <a:extLst>
                  <a:ext uri="{FF2B5EF4-FFF2-40B4-BE49-F238E27FC236}">
                    <a16:creationId xmlns:a16="http://schemas.microsoft.com/office/drawing/2014/main" id="{B95A88E4-44BD-7FF4-9C21-15A7FD95799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6;p75">
                <a:extLst>
                  <a:ext uri="{FF2B5EF4-FFF2-40B4-BE49-F238E27FC236}">
                    <a16:creationId xmlns:a16="http://schemas.microsoft.com/office/drawing/2014/main" id="{FC65116D-80E8-192D-8AD3-8A908F85DC53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7;p75">
                <a:extLst>
                  <a:ext uri="{FF2B5EF4-FFF2-40B4-BE49-F238E27FC236}">
                    <a16:creationId xmlns:a16="http://schemas.microsoft.com/office/drawing/2014/main" id="{1DC008FC-A704-DACE-B486-13BFD4D89AB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8;p75">
                <a:extLst>
                  <a:ext uri="{FF2B5EF4-FFF2-40B4-BE49-F238E27FC236}">
                    <a16:creationId xmlns:a16="http://schemas.microsoft.com/office/drawing/2014/main" id="{810D27D2-0E71-911B-8160-2F292B4926B0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9;p75">
                <a:extLst>
                  <a:ext uri="{FF2B5EF4-FFF2-40B4-BE49-F238E27FC236}">
                    <a16:creationId xmlns:a16="http://schemas.microsoft.com/office/drawing/2014/main" id="{D3C88CD0-B437-95ED-CA4C-1CC93D7672DA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0;p75">
                <a:extLst>
                  <a:ext uri="{FF2B5EF4-FFF2-40B4-BE49-F238E27FC236}">
                    <a16:creationId xmlns:a16="http://schemas.microsoft.com/office/drawing/2014/main" id="{725C40A9-E83A-B48D-2926-A7A6DC75CDE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1;p75">
                <a:extLst>
                  <a:ext uri="{FF2B5EF4-FFF2-40B4-BE49-F238E27FC236}">
                    <a16:creationId xmlns:a16="http://schemas.microsoft.com/office/drawing/2014/main" id="{4D3E1664-7AC9-60E6-B135-F9A33E9856D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2;p75">
                <a:extLst>
                  <a:ext uri="{FF2B5EF4-FFF2-40B4-BE49-F238E27FC236}">
                    <a16:creationId xmlns:a16="http://schemas.microsoft.com/office/drawing/2014/main" id="{07FA1D84-1333-8A7D-0F50-2D40461A1B4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3;p75">
                <a:extLst>
                  <a:ext uri="{FF2B5EF4-FFF2-40B4-BE49-F238E27FC236}">
                    <a16:creationId xmlns:a16="http://schemas.microsoft.com/office/drawing/2014/main" id="{910B981C-12DF-F61D-0026-E845DCBC51F9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4;p75">
                <a:extLst>
                  <a:ext uri="{FF2B5EF4-FFF2-40B4-BE49-F238E27FC236}">
                    <a16:creationId xmlns:a16="http://schemas.microsoft.com/office/drawing/2014/main" id="{CE678062-2DC6-341A-CA05-4DA4E7E47BB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5;p75">
                <a:extLst>
                  <a:ext uri="{FF2B5EF4-FFF2-40B4-BE49-F238E27FC236}">
                    <a16:creationId xmlns:a16="http://schemas.microsoft.com/office/drawing/2014/main" id="{E8AC9379-9BBD-94D8-CD69-EB4C5646AB7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6;p75">
                <a:extLst>
                  <a:ext uri="{FF2B5EF4-FFF2-40B4-BE49-F238E27FC236}">
                    <a16:creationId xmlns:a16="http://schemas.microsoft.com/office/drawing/2014/main" id="{B434A85F-A8B3-8154-55ED-62458E4F5F03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7;p75">
                <a:extLst>
                  <a:ext uri="{FF2B5EF4-FFF2-40B4-BE49-F238E27FC236}">
                    <a16:creationId xmlns:a16="http://schemas.microsoft.com/office/drawing/2014/main" id="{1C7B6A0A-18BC-2D19-EF36-FEFA947D294F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8;p75">
                <a:extLst>
                  <a:ext uri="{FF2B5EF4-FFF2-40B4-BE49-F238E27FC236}">
                    <a16:creationId xmlns:a16="http://schemas.microsoft.com/office/drawing/2014/main" id="{4B44B293-0EFB-9D77-6AB1-787DA2E108A3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9;p75">
                <a:extLst>
                  <a:ext uri="{FF2B5EF4-FFF2-40B4-BE49-F238E27FC236}">
                    <a16:creationId xmlns:a16="http://schemas.microsoft.com/office/drawing/2014/main" id="{26D4EB23-47DC-B625-1FD1-0F8691019D7D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50;p75">
                <a:extLst>
                  <a:ext uri="{FF2B5EF4-FFF2-40B4-BE49-F238E27FC236}">
                    <a16:creationId xmlns:a16="http://schemas.microsoft.com/office/drawing/2014/main" id="{6595C241-BC17-E89A-33DD-C445CC1D995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1;p75">
                <a:extLst>
                  <a:ext uri="{FF2B5EF4-FFF2-40B4-BE49-F238E27FC236}">
                    <a16:creationId xmlns:a16="http://schemas.microsoft.com/office/drawing/2014/main" id="{00DA5818-EF60-3A3D-1017-86AFCE141CD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2;p75">
                <a:extLst>
                  <a:ext uri="{FF2B5EF4-FFF2-40B4-BE49-F238E27FC236}">
                    <a16:creationId xmlns:a16="http://schemas.microsoft.com/office/drawing/2014/main" id="{FC9A60DF-ED70-FC7B-CB31-33669EA3911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3;p75">
                <a:extLst>
                  <a:ext uri="{FF2B5EF4-FFF2-40B4-BE49-F238E27FC236}">
                    <a16:creationId xmlns:a16="http://schemas.microsoft.com/office/drawing/2014/main" id="{8BED0CA7-AC7B-D8CC-546E-25FAE0C2254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4;p75">
                <a:extLst>
                  <a:ext uri="{FF2B5EF4-FFF2-40B4-BE49-F238E27FC236}">
                    <a16:creationId xmlns:a16="http://schemas.microsoft.com/office/drawing/2014/main" id="{22289437-F5AC-6209-FFA1-8A1247CD18C3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5;p75">
                <a:extLst>
                  <a:ext uri="{FF2B5EF4-FFF2-40B4-BE49-F238E27FC236}">
                    <a16:creationId xmlns:a16="http://schemas.microsoft.com/office/drawing/2014/main" id="{B104B4B3-3D07-A221-87A5-7C19057BE98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6;p75">
                <a:extLst>
                  <a:ext uri="{FF2B5EF4-FFF2-40B4-BE49-F238E27FC236}">
                    <a16:creationId xmlns:a16="http://schemas.microsoft.com/office/drawing/2014/main" id="{9945FAAC-89B7-F63E-EA2C-F6A57FA0A9A8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7;p75">
                <a:extLst>
                  <a:ext uri="{FF2B5EF4-FFF2-40B4-BE49-F238E27FC236}">
                    <a16:creationId xmlns:a16="http://schemas.microsoft.com/office/drawing/2014/main" id="{EB5E93B2-2C90-7C58-3D33-84B187311F0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8;p75">
                <a:extLst>
                  <a:ext uri="{FF2B5EF4-FFF2-40B4-BE49-F238E27FC236}">
                    <a16:creationId xmlns:a16="http://schemas.microsoft.com/office/drawing/2014/main" id="{5E9B252A-2108-EA49-106A-3237D1148215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9;p75">
                <a:extLst>
                  <a:ext uri="{FF2B5EF4-FFF2-40B4-BE49-F238E27FC236}">
                    <a16:creationId xmlns:a16="http://schemas.microsoft.com/office/drawing/2014/main" id="{8102A4D7-8C82-9746-6E27-C3D481CA0490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60;p75">
                <a:extLst>
                  <a:ext uri="{FF2B5EF4-FFF2-40B4-BE49-F238E27FC236}">
                    <a16:creationId xmlns:a16="http://schemas.microsoft.com/office/drawing/2014/main" id="{3A76CA2A-C2C8-2B12-4BC1-9CA1EEADF4B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1;p75">
                <a:extLst>
                  <a:ext uri="{FF2B5EF4-FFF2-40B4-BE49-F238E27FC236}">
                    <a16:creationId xmlns:a16="http://schemas.microsoft.com/office/drawing/2014/main" id="{47429165-4E5C-A9C3-D248-2340AB6A1077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2;p75">
                <a:extLst>
                  <a:ext uri="{FF2B5EF4-FFF2-40B4-BE49-F238E27FC236}">
                    <a16:creationId xmlns:a16="http://schemas.microsoft.com/office/drawing/2014/main" id="{0B10CDCF-CE46-338F-0A1E-A909047AFF73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3;p75">
                <a:extLst>
                  <a:ext uri="{FF2B5EF4-FFF2-40B4-BE49-F238E27FC236}">
                    <a16:creationId xmlns:a16="http://schemas.microsoft.com/office/drawing/2014/main" id="{4D50E08A-6D2B-7760-64C8-5F15739BA46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4;p75">
                <a:extLst>
                  <a:ext uri="{FF2B5EF4-FFF2-40B4-BE49-F238E27FC236}">
                    <a16:creationId xmlns:a16="http://schemas.microsoft.com/office/drawing/2014/main" id="{2408713B-F031-DDBD-E12D-E80AB3D8A237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5;p75">
                <a:extLst>
                  <a:ext uri="{FF2B5EF4-FFF2-40B4-BE49-F238E27FC236}">
                    <a16:creationId xmlns:a16="http://schemas.microsoft.com/office/drawing/2014/main" id="{8E2E2653-CCF0-ACA5-2E4C-0127924A22CC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6;p75">
                <a:extLst>
                  <a:ext uri="{FF2B5EF4-FFF2-40B4-BE49-F238E27FC236}">
                    <a16:creationId xmlns:a16="http://schemas.microsoft.com/office/drawing/2014/main" id="{DF93C49E-CB5F-7B6A-0862-5629E7259C6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7;p75">
                <a:extLst>
                  <a:ext uri="{FF2B5EF4-FFF2-40B4-BE49-F238E27FC236}">
                    <a16:creationId xmlns:a16="http://schemas.microsoft.com/office/drawing/2014/main" id="{5D8AD97D-7FF7-34BF-64B5-A0C97D43CAF6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8;p75">
                <a:extLst>
                  <a:ext uri="{FF2B5EF4-FFF2-40B4-BE49-F238E27FC236}">
                    <a16:creationId xmlns:a16="http://schemas.microsoft.com/office/drawing/2014/main" id="{8EE60F80-7146-EEA4-AE0F-959E51DE4629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9269;p75">
              <a:extLst>
                <a:ext uri="{FF2B5EF4-FFF2-40B4-BE49-F238E27FC236}">
                  <a16:creationId xmlns:a16="http://schemas.microsoft.com/office/drawing/2014/main" id="{4C10BCCC-155B-DDDD-05EB-0DAF1FF83D0E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270;p75">
              <a:extLst>
                <a:ext uri="{FF2B5EF4-FFF2-40B4-BE49-F238E27FC236}">
                  <a16:creationId xmlns:a16="http://schemas.microsoft.com/office/drawing/2014/main" id="{F207F90C-E1E5-8979-B271-91053FA0C00D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9" name="Google Shape;9271;p75">
                <a:extLst>
                  <a:ext uri="{FF2B5EF4-FFF2-40B4-BE49-F238E27FC236}">
                    <a16:creationId xmlns:a16="http://schemas.microsoft.com/office/drawing/2014/main" id="{A9A5F2E8-9465-1313-45AC-2CBFE8C2971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72;p75">
                <a:extLst>
                  <a:ext uri="{FF2B5EF4-FFF2-40B4-BE49-F238E27FC236}">
                    <a16:creationId xmlns:a16="http://schemas.microsoft.com/office/drawing/2014/main" id="{1B85B075-4846-B4A7-DF77-8609540CDB5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7490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3C13407-EE5D-DC8E-0EE2-8E8A9915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7F9EE6-A833-D504-3EC6-80F5F6136181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761F9512-0392-68B2-08F0-428FCC05FC96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DDFC2C58-BAAC-D3F2-C69E-E02676E53000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19E88144-1B42-6F54-90C6-E3A681E2A58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D2D62161-FF36-AB1E-BCC5-9F32886542F0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AE9A1E0B-450A-3C4E-2329-1DDC9951CF3D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A4C88B03-85DA-F14A-20BB-E7768B2AE268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DE91C988-B9DA-5744-1494-C19D6D7D835D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EFB2CCE4-A026-BC0B-57C7-BC05E2E92018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787E84A1-E740-425E-018B-1CB565502D9F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EE019CCB-377E-3B59-A075-6BA8057B2CEF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E4EAA95B-2926-BE6E-AE88-C37B05A48414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DC9DBAB7-2628-7E58-86C6-BB7BD55A041E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EC5FB454-20AC-09E0-9157-A6645FAF957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71D0F9AA-4D1B-A5E6-A9A0-CC79460EFCE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70996485-3D27-36E7-C5EF-50073688792E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3F369E03-1528-4E36-2860-3F779F376993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6E0E5E65-C666-C642-3014-B09755371D11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8223797B-CFED-FC39-D08B-DD9BF7B71DCA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9B4DA130-C35A-4D70-1A74-B43524936D7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15A40F37-5A3B-7B40-DC9E-2EF18E97094A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804D668E-24A5-93A2-D74C-8CA33EF9A430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F05FAED1-5BE0-DCEA-4DD8-17EA0AACA0CC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1CEC835B-2AD2-C386-598D-5CF482B0A1EE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BC02C2D2-D9EC-1937-782C-61A6F0DEF02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4B9A87F5-A27C-392B-535A-62E95BB97128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ECD678AF-EF10-8996-0AF9-03BE442E3B1C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0481945A-7EE0-4B69-9646-2A70745BD77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6C58C773-B7EB-E4EE-FACF-DE4A08C2396B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0150348A-1098-32A7-C8A1-A18146C5B43C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552065B4-8C2A-91BB-E918-46EE0B706F8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06E5E6AF-A022-FFF7-2BE0-B44F8CD74F99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94A31CC3-B87C-BF17-1C25-1DD9FDA4783A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40192BDA-507D-60F4-BC61-C782C7BB0D88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967C54A4-C724-A16C-7658-01FF57675F23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2DBAE20B-12AA-4B1C-6D37-39C3CEF01DD2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B370E7EF-628E-93A9-DC50-F1873826B5DE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3CC0AA52-AF68-A750-C725-DC96AAD3C9A0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097881B7-EA58-3129-B852-63C28A199559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D7E77B4B-29EF-FF82-3C9B-F0EAC098AB12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566EC4DD-594F-AC6C-9C99-587092E47686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730F208A-9447-60C2-DA32-5C9CF7BBE698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92E77469-F65D-4243-1E50-A22F8C4BAB4E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0E70D1FB-7F72-7E7C-C2E3-B1771359D15F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32B423E6-C871-C81B-86BE-A0A16CF37634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3D27F366-98A9-762D-2BD9-FA2F8B169668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B29211C5-2271-FC5C-2B05-1E55DA6BA4B8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C4674E62-18B8-A192-223E-B6C19F7E86ED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588414E8-65EA-1568-61A6-81ABF77DC032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D09994EE-6B36-EAE1-5BAF-C4227D9A90CC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60EDFC05-E4E0-F4F9-6652-DB94B5055355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E4B57422-63F8-14CA-6835-6C86EBE9550B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71993886-7754-CC03-C68B-14E455105C77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4273D037-B07D-F3A7-E433-E7D4E8AB16BE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479F5756-ACD7-2498-E664-101F0B7969AF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92F4C3BC-2643-007C-F72E-6A4C19EADEF4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20ACC469-9DEE-F285-658C-340B988680BD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A651CF39-B681-F89A-91F3-958810FD239B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0AACB0DA-9A44-2682-F9F7-DFCB0447AEA1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8D6B68B3-7C2A-8580-EF26-2A8F4A58CD3C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17D7CD2-A061-2268-7191-03A0554AC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559AE-980F-9351-3C2B-410EFCCE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264" y="1202335"/>
            <a:ext cx="2222716" cy="13694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85CC0-2004-58D4-81EF-976912D14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264" y="2977852"/>
            <a:ext cx="2222716" cy="13694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156665-59F9-1EF7-0647-22A6CAD01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12" y="760005"/>
            <a:ext cx="3477518" cy="4059283"/>
          </a:xfrm>
          <a:prstGeom prst="rect">
            <a:avLst/>
          </a:prstGeom>
        </p:spPr>
      </p:pic>
      <p:grpSp>
        <p:nvGrpSpPr>
          <p:cNvPr id="10" name="Google Shape;9222;p75">
            <a:extLst>
              <a:ext uri="{FF2B5EF4-FFF2-40B4-BE49-F238E27FC236}">
                <a16:creationId xmlns:a16="http://schemas.microsoft.com/office/drawing/2014/main" id="{9AB8481F-5B7C-FB7A-05CE-32C29F59F4EC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1" name="Google Shape;9223;p75">
              <a:extLst>
                <a:ext uri="{FF2B5EF4-FFF2-40B4-BE49-F238E27FC236}">
                  <a16:creationId xmlns:a16="http://schemas.microsoft.com/office/drawing/2014/main" id="{F778CA4C-B18B-0242-4E76-13B3FFEF87AA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6" name="Google Shape;9224;p75">
                <a:extLst>
                  <a:ext uri="{FF2B5EF4-FFF2-40B4-BE49-F238E27FC236}">
                    <a16:creationId xmlns:a16="http://schemas.microsoft.com/office/drawing/2014/main" id="{C86E008E-A881-489B-8E8B-7B461C92FFE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5;p75">
                <a:extLst>
                  <a:ext uri="{FF2B5EF4-FFF2-40B4-BE49-F238E27FC236}">
                    <a16:creationId xmlns:a16="http://schemas.microsoft.com/office/drawing/2014/main" id="{60EFCF58-AD8F-EA78-3FB3-5645FF777E77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26;p75">
                <a:extLst>
                  <a:ext uri="{FF2B5EF4-FFF2-40B4-BE49-F238E27FC236}">
                    <a16:creationId xmlns:a16="http://schemas.microsoft.com/office/drawing/2014/main" id="{071A2C5F-0C77-D26B-A29F-9610BEDF2AC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27;p75">
                <a:extLst>
                  <a:ext uri="{FF2B5EF4-FFF2-40B4-BE49-F238E27FC236}">
                    <a16:creationId xmlns:a16="http://schemas.microsoft.com/office/drawing/2014/main" id="{80ADE1FC-F127-E0AE-AB39-E4BCF587BAE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8;p75">
                <a:extLst>
                  <a:ext uri="{FF2B5EF4-FFF2-40B4-BE49-F238E27FC236}">
                    <a16:creationId xmlns:a16="http://schemas.microsoft.com/office/drawing/2014/main" id="{F057F14B-9AAA-50B5-6B06-92B1AB884851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9;p75">
                <a:extLst>
                  <a:ext uri="{FF2B5EF4-FFF2-40B4-BE49-F238E27FC236}">
                    <a16:creationId xmlns:a16="http://schemas.microsoft.com/office/drawing/2014/main" id="{234ACAAA-91FD-CAA5-21E4-6A4FED35349A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0;p75">
                <a:extLst>
                  <a:ext uri="{FF2B5EF4-FFF2-40B4-BE49-F238E27FC236}">
                    <a16:creationId xmlns:a16="http://schemas.microsoft.com/office/drawing/2014/main" id="{F3DE903D-CAF7-83F2-1942-A1E71426082B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1;p75">
                <a:extLst>
                  <a:ext uri="{FF2B5EF4-FFF2-40B4-BE49-F238E27FC236}">
                    <a16:creationId xmlns:a16="http://schemas.microsoft.com/office/drawing/2014/main" id="{07F4D854-702D-10D1-56F6-8394664EEE6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2;p75">
                <a:extLst>
                  <a:ext uri="{FF2B5EF4-FFF2-40B4-BE49-F238E27FC236}">
                    <a16:creationId xmlns:a16="http://schemas.microsoft.com/office/drawing/2014/main" id="{6DF07756-C9D1-7CC7-C8A5-213BAEC7B5F1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3;p75">
                <a:extLst>
                  <a:ext uri="{FF2B5EF4-FFF2-40B4-BE49-F238E27FC236}">
                    <a16:creationId xmlns:a16="http://schemas.microsoft.com/office/drawing/2014/main" id="{5A14C8D3-A58D-BB35-2980-D0D8644E8855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4;p75">
                <a:extLst>
                  <a:ext uri="{FF2B5EF4-FFF2-40B4-BE49-F238E27FC236}">
                    <a16:creationId xmlns:a16="http://schemas.microsoft.com/office/drawing/2014/main" id="{1891C71C-9D31-D96B-3383-6A2D3064E37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5;p75">
                <a:extLst>
                  <a:ext uri="{FF2B5EF4-FFF2-40B4-BE49-F238E27FC236}">
                    <a16:creationId xmlns:a16="http://schemas.microsoft.com/office/drawing/2014/main" id="{E3E4A4B7-DFD3-03D0-FADB-27971D080D8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6;p75">
                <a:extLst>
                  <a:ext uri="{FF2B5EF4-FFF2-40B4-BE49-F238E27FC236}">
                    <a16:creationId xmlns:a16="http://schemas.microsoft.com/office/drawing/2014/main" id="{2E7687CF-C3BA-D3A5-01AE-9ECAE4A57EE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7;p75">
                <a:extLst>
                  <a:ext uri="{FF2B5EF4-FFF2-40B4-BE49-F238E27FC236}">
                    <a16:creationId xmlns:a16="http://schemas.microsoft.com/office/drawing/2014/main" id="{E65A8B64-4734-5FDA-08D0-70CED5D674C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8;p75">
                <a:extLst>
                  <a:ext uri="{FF2B5EF4-FFF2-40B4-BE49-F238E27FC236}">
                    <a16:creationId xmlns:a16="http://schemas.microsoft.com/office/drawing/2014/main" id="{2F7CE548-7009-B228-E7EF-5AF5EF193706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9;p75">
                <a:extLst>
                  <a:ext uri="{FF2B5EF4-FFF2-40B4-BE49-F238E27FC236}">
                    <a16:creationId xmlns:a16="http://schemas.microsoft.com/office/drawing/2014/main" id="{B0DE840B-279B-D7FB-B845-E3D096FE572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0;p75">
                <a:extLst>
                  <a:ext uri="{FF2B5EF4-FFF2-40B4-BE49-F238E27FC236}">
                    <a16:creationId xmlns:a16="http://schemas.microsoft.com/office/drawing/2014/main" id="{912CFCD2-ED65-A831-45EB-6302417B6C5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1;p75">
                <a:extLst>
                  <a:ext uri="{FF2B5EF4-FFF2-40B4-BE49-F238E27FC236}">
                    <a16:creationId xmlns:a16="http://schemas.microsoft.com/office/drawing/2014/main" id="{B191C290-E44E-CF47-18C8-9A104F980F0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2;p75">
                <a:extLst>
                  <a:ext uri="{FF2B5EF4-FFF2-40B4-BE49-F238E27FC236}">
                    <a16:creationId xmlns:a16="http://schemas.microsoft.com/office/drawing/2014/main" id="{2A8C4567-3435-6BB4-B570-E78CC945D7E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3;p75">
                <a:extLst>
                  <a:ext uri="{FF2B5EF4-FFF2-40B4-BE49-F238E27FC236}">
                    <a16:creationId xmlns:a16="http://schemas.microsoft.com/office/drawing/2014/main" id="{82A9D148-8583-F3BB-60E4-C896BC32B579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4;p75">
                <a:extLst>
                  <a:ext uri="{FF2B5EF4-FFF2-40B4-BE49-F238E27FC236}">
                    <a16:creationId xmlns:a16="http://schemas.microsoft.com/office/drawing/2014/main" id="{FAC3B524-982E-6B90-C066-25193C8CABC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5;p75">
                <a:extLst>
                  <a:ext uri="{FF2B5EF4-FFF2-40B4-BE49-F238E27FC236}">
                    <a16:creationId xmlns:a16="http://schemas.microsoft.com/office/drawing/2014/main" id="{85C16293-14CC-27EE-744D-92CF45FB619E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6;p75">
                <a:extLst>
                  <a:ext uri="{FF2B5EF4-FFF2-40B4-BE49-F238E27FC236}">
                    <a16:creationId xmlns:a16="http://schemas.microsoft.com/office/drawing/2014/main" id="{99470EA4-715F-0BD7-BA1C-A1D1F7CB9BBD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7;p75">
                <a:extLst>
                  <a:ext uri="{FF2B5EF4-FFF2-40B4-BE49-F238E27FC236}">
                    <a16:creationId xmlns:a16="http://schemas.microsoft.com/office/drawing/2014/main" id="{0A4ACBA7-6D75-10CF-491C-D41A9ED58A7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8;p75">
                <a:extLst>
                  <a:ext uri="{FF2B5EF4-FFF2-40B4-BE49-F238E27FC236}">
                    <a16:creationId xmlns:a16="http://schemas.microsoft.com/office/drawing/2014/main" id="{DF86BF43-F584-E1EB-0EF3-93476D2E3442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9;p75">
                <a:extLst>
                  <a:ext uri="{FF2B5EF4-FFF2-40B4-BE49-F238E27FC236}">
                    <a16:creationId xmlns:a16="http://schemas.microsoft.com/office/drawing/2014/main" id="{D91B34F7-35AC-B813-4AD8-94DFD6F2A143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0;p75">
                <a:extLst>
                  <a:ext uri="{FF2B5EF4-FFF2-40B4-BE49-F238E27FC236}">
                    <a16:creationId xmlns:a16="http://schemas.microsoft.com/office/drawing/2014/main" id="{78EA72B7-A720-9358-0EF1-612A453B620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1;p75">
                <a:extLst>
                  <a:ext uri="{FF2B5EF4-FFF2-40B4-BE49-F238E27FC236}">
                    <a16:creationId xmlns:a16="http://schemas.microsoft.com/office/drawing/2014/main" id="{AF9D3032-801B-32E6-7DF9-B8913F5F6F1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2;p75">
                <a:extLst>
                  <a:ext uri="{FF2B5EF4-FFF2-40B4-BE49-F238E27FC236}">
                    <a16:creationId xmlns:a16="http://schemas.microsoft.com/office/drawing/2014/main" id="{F61C510A-E783-D137-EA62-3D8C2EC7F99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3;p75">
                <a:extLst>
                  <a:ext uri="{FF2B5EF4-FFF2-40B4-BE49-F238E27FC236}">
                    <a16:creationId xmlns:a16="http://schemas.microsoft.com/office/drawing/2014/main" id="{13FEB9B0-1374-9097-AF23-0ED9EEC71B18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4;p75">
                <a:extLst>
                  <a:ext uri="{FF2B5EF4-FFF2-40B4-BE49-F238E27FC236}">
                    <a16:creationId xmlns:a16="http://schemas.microsoft.com/office/drawing/2014/main" id="{D84677E9-1FF6-9927-1362-858CA7AD9DB5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5;p75">
                <a:extLst>
                  <a:ext uri="{FF2B5EF4-FFF2-40B4-BE49-F238E27FC236}">
                    <a16:creationId xmlns:a16="http://schemas.microsoft.com/office/drawing/2014/main" id="{1CCD0EF4-1E2B-31A5-AFD2-CAF9A30936E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6;p75">
                <a:extLst>
                  <a:ext uri="{FF2B5EF4-FFF2-40B4-BE49-F238E27FC236}">
                    <a16:creationId xmlns:a16="http://schemas.microsoft.com/office/drawing/2014/main" id="{A8F592C7-0E54-F635-0CC4-F70B688E9A8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7;p75">
                <a:extLst>
                  <a:ext uri="{FF2B5EF4-FFF2-40B4-BE49-F238E27FC236}">
                    <a16:creationId xmlns:a16="http://schemas.microsoft.com/office/drawing/2014/main" id="{086D0F48-1023-3469-D1CC-49449C72264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8;p75">
                <a:extLst>
                  <a:ext uri="{FF2B5EF4-FFF2-40B4-BE49-F238E27FC236}">
                    <a16:creationId xmlns:a16="http://schemas.microsoft.com/office/drawing/2014/main" id="{0C494974-F395-8EAC-2DF4-A4814B78A115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9;p75">
                <a:extLst>
                  <a:ext uri="{FF2B5EF4-FFF2-40B4-BE49-F238E27FC236}">
                    <a16:creationId xmlns:a16="http://schemas.microsoft.com/office/drawing/2014/main" id="{23571794-9109-446D-4F64-5910B42733A4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0;p75">
                <a:extLst>
                  <a:ext uri="{FF2B5EF4-FFF2-40B4-BE49-F238E27FC236}">
                    <a16:creationId xmlns:a16="http://schemas.microsoft.com/office/drawing/2014/main" id="{8975DBF8-9F18-A65C-825F-6DF791D37115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1;p75">
                <a:extLst>
                  <a:ext uri="{FF2B5EF4-FFF2-40B4-BE49-F238E27FC236}">
                    <a16:creationId xmlns:a16="http://schemas.microsoft.com/office/drawing/2014/main" id="{64BE0BCA-E8E5-A3A0-3E61-6E725496226B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2;p75">
                <a:extLst>
                  <a:ext uri="{FF2B5EF4-FFF2-40B4-BE49-F238E27FC236}">
                    <a16:creationId xmlns:a16="http://schemas.microsoft.com/office/drawing/2014/main" id="{4BFE2D31-6B0A-E74F-8442-BC22F3DC8073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3;p75">
                <a:extLst>
                  <a:ext uri="{FF2B5EF4-FFF2-40B4-BE49-F238E27FC236}">
                    <a16:creationId xmlns:a16="http://schemas.microsoft.com/office/drawing/2014/main" id="{A7F14362-AD40-8D22-DA75-07B4946386B2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4;p75">
                <a:extLst>
                  <a:ext uri="{FF2B5EF4-FFF2-40B4-BE49-F238E27FC236}">
                    <a16:creationId xmlns:a16="http://schemas.microsoft.com/office/drawing/2014/main" id="{144223E3-CD88-60DC-62A9-726A92517ECA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5;p75">
                <a:extLst>
                  <a:ext uri="{FF2B5EF4-FFF2-40B4-BE49-F238E27FC236}">
                    <a16:creationId xmlns:a16="http://schemas.microsoft.com/office/drawing/2014/main" id="{66189EC1-AF2F-436A-3766-E923A3C887CA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6;p75">
                <a:extLst>
                  <a:ext uri="{FF2B5EF4-FFF2-40B4-BE49-F238E27FC236}">
                    <a16:creationId xmlns:a16="http://schemas.microsoft.com/office/drawing/2014/main" id="{469F457B-DBAB-D894-BA91-634D0A68DA8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7;p75">
                <a:extLst>
                  <a:ext uri="{FF2B5EF4-FFF2-40B4-BE49-F238E27FC236}">
                    <a16:creationId xmlns:a16="http://schemas.microsoft.com/office/drawing/2014/main" id="{2A85FE34-8B04-8F51-D67A-43A556047EC1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8;p75">
                <a:extLst>
                  <a:ext uri="{FF2B5EF4-FFF2-40B4-BE49-F238E27FC236}">
                    <a16:creationId xmlns:a16="http://schemas.microsoft.com/office/drawing/2014/main" id="{AF00DD53-5777-A670-B46A-F0AF6D7A4368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9269;p75">
              <a:extLst>
                <a:ext uri="{FF2B5EF4-FFF2-40B4-BE49-F238E27FC236}">
                  <a16:creationId xmlns:a16="http://schemas.microsoft.com/office/drawing/2014/main" id="{32640C19-FC94-7A31-DC96-83D3CCB9AFDD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9270;p75">
              <a:extLst>
                <a:ext uri="{FF2B5EF4-FFF2-40B4-BE49-F238E27FC236}">
                  <a16:creationId xmlns:a16="http://schemas.microsoft.com/office/drawing/2014/main" id="{9DAEBB9A-4A28-875A-9FFA-6C88DA3215A2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4" name="Google Shape;9271;p75">
                <a:extLst>
                  <a:ext uri="{FF2B5EF4-FFF2-40B4-BE49-F238E27FC236}">
                    <a16:creationId xmlns:a16="http://schemas.microsoft.com/office/drawing/2014/main" id="{EF128EB4-4107-92D6-1502-331A1D187DF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72;p75">
                <a:extLst>
                  <a:ext uri="{FF2B5EF4-FFF2-40B4-BE49-F238E27FC236}">
                    <a16:creationId xmlns:a16="http://schemas.microsoft.com/office/drawing/2014/main" id="{C23120A0-2C3A-50CD-18E0-E393E66D0AB0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4040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3010AC4-790D-5442-B796-7FF0F905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3A9566-FCF2-42F2-0B94-F24B26C858CB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0D1BD964-7FE1-4ECD-CFCC-6236EEFEA6EA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FB3E013F-4595-22F5-44DE-4EE503DA374A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8F1CA27E-3153-7AD2-777E-258E94DD00A1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3FC3CB01-EA84-16F3-B3DD-87AA0462FD8E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DB821DE3-5C0F-7849-8173-2635AE447862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0A3A975F-6938-F042-1335-8D6E6D47FD63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41A9CC88-9FD4-CA52-B21D-02284F09358A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34DACD9D-09F4-E64D-E3F3-0AEC98B7110B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89BD3028-0794-3774-56BA-BA5064E518C4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474D44BC-31D7-89B8-94A5-FBAEC432B5CB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F505C6DF-87EC-C9FC-3869-D8010F4C353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19A51CB9-BF16-116B-37FC-FAA0F0B918F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578E9F7E-5BBA-E50F-2893-CF7FA3D893B2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0506F86E-708B-1786-20F7-276BC3B16B85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9150967B-F8F5-C199-7B27-1294623418BD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A7607E8E-3A60-E75A-1B94-005CAF5C009C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73F911FD-62DD-D1C3-A900-C4948AE14FEF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621500B7-8740-C626-AAA1-F3B948DEF3C2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D61BF250-8DF9-0787-9FAB-F06045BC4253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F2D6D00B-69BA-1D01-FB02-8A59E222992A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606F57DF-3154-2DFB-0812-6B3DC038FA46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1EFEB770-BC28-2B2A-63DF-273C3C8CAB6A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A232147D-FBB0-BD72-00C2-A5C17A88CEEE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78FB962C-2D3D-509B-BEC8-3291E3E38029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0BC91092-7002-CBFF-0142-28FF80DF1F2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5384515F-A0A4-3DE7-8384-4AE7983CA1A5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54BB116B-AE9C-90CB-6A4F-67A5E97EEEC2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CC58D8B9-8419-180F-23A8-4CAFE9F9C956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E2E659B5-CC2B-13E8-BC62-F35604AC2BB8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6964C47F-8199-1661-526A-993DAC6954B0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D93714DA-2D2F-1A4D-B1F5-8704112DCD0A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62BCCE39-2B8A-396A-43B4-FC38C569CCBE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79BCCC00-8021-2FF0-24AA-429199666CD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56F95C2F-FEBB-812F-19FF-B1BF724DB218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48DBEA60-DA2C-C19E-E2D4-143BAEF07283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00AEEF18-A20E-50D5-6D6C-AAFCA3ABE16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46BC8140-B3B1-90A0-FBB9-C959B4701AD6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DDD6D014-B6E9-EB09-9173-EB242311848F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E28C9491-9422-B586-1AC7-BAE85F67A356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77CAA422-C922-E16D-2CD6-F3B228FB9C7E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D26D20B0-BDE5-9AE1-2EBD-69C83DC3771B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C1EB2216-4891-8C6C-9A92-0EC439905951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A148B039-CA6A-B91F-B276-FAC20C883501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B0C25C7A-D9FA-5555-C008-201777C13205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10146AA4-FCE7-741C-DCCA-290B67572D21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CBABAAFF-6221-0479-7EFD-F5BA2F2DB3BD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36E42B38-851F-8152-356F-924B2C58BE45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5912F8E3-B0CB-D84C-998F-E88A082DC882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AB7D141D-C75D-EB4F-A6DF-AF9BDC7A9F70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BED0D321-90D4-A6C7-3645-508C4BE57EED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FD4864F0-A4A2-EC06-6776-3ACC134A6C4F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64B63F4E-4F4B-24C5-99AD-1419E6AB843B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B17DC2B6-6407-27CC-46B6-69CE516DA50C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050365ED-6886-F374-FCD8-F21EB8775708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2B80D143-ACDB-C1B8-324B-01040045D685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CC7AAC44-7C81-8DE6-997A-335AB1411547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DAF08D68-3BD7-1D7D-E9BE-D994FC1B9F90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DE907010-EFC6-E7FB-0AC1-B97BFAADCF4A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679890A1-2386-EB27-94D3-843EE7B420AE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50E2FC4-2DED-6500-B863-FCC19C237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401483-07F7-0FA4-4A0C-D5EEF1332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568" y="1196779"/>
            <a:ext cx="2258727" cy="1318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D6E336-2E94-D3EB-1B34-23636EBCF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71" y="644219"/>
            <a:ext cx="3682531" cy="43457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805D5C-933E-4873-F40B-0DE9449C0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640" y="3063316"/>
            <a:ext cx="2262655" cy="120972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Google Shape;9222;p75">
            <a:extLst>
              <a:ext uri="{FF2B5EF4-FFF2-40B4-BE49-F238E27FC236}">
                <a16:creationId xmlns:a16="http://schemas.microsoft.com/office/drawing/2014/main" id="{76759451-8759-AB06-4C55-9E0B3470D7D9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14" name="Google Shape;9223;p75">
              <a:extLst>
                <a:ext uri="{FF2B5EF4-FFF2-40B4-BE49-F238E27FC236}">
                  <a16:creationId xmlns:a16="http://schemas.microsoft.com/office/drawing/2014/main" id="{60C7E593-5D30-C260-64DC-58688967FFE5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9" name="Google Shape;9224;p75">
                <a:extLst>
                  <a:ext uri="{FF2B5EF4-FFF2-40B4-BE49-F238E27FC236}">
                    <a16:creationId xmlns:a16="http://schemas.microsoft.com/office/drawing/2014/main" id="{E8819F01-0A78-08D3-FE58-CCB141ECB2A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25;p75">
                <a:extLst>
                  <a:ext uri="{FF2B5EF4-FFF2-40B4-BE49-F238E27FC236}">
                    <a16:creationId xmlns:a16="http://schemas.microsoft.com/office/drawing/2014/main" id="{BCB577DB-EA67-2E5E-D647-9097F1775DE0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26;p75">
                <a:extLst>
                  <a:ext uri="{FF2B5EF4-FFF2-40B4-BE49-F238E27FC236}">
                    <a16:creationId xmlns:a16="http://schemas.microsoft.com/office/drawing/2014/main" id="{52AFB28B-7CF6-A41A-393D-AF81C76A841D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27;p75">
                <a:extLst>
                  <a:ext uri="{FF2B5EF4-FFF2-40B4-BE49-F238E27FC236}">
                    <a16:creationId xmlns:a16="http://schemas.microsoft.com/office/drawing/2014/main" id="{930B3206-FAC3-5339-F8CE-AA4AF73CCC6F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28;p75">
                <a:extLst>
                  <a:ext uri="{FF2B5EF4-FFF2-40B4-BE49-F238E27FC236}">
                    <a16:creationId xmlns:a16="http://schemas.microsoft.com/office/drawing/2014/main" id="{A19C7BA5-422C-C3D3-FF8F-F04C30A69520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29;p75">
                <a:extLst>
                  <a:ext uri="{FF2B5EF4-FFF2-40B4-BE49-F238E27FC236}">
                    <a16:creationId xmlns:a16="http://schemas.microsoft.com/office/drawing/2014/main" id="{00DA1A66-35F7-9B35-7F97-A16F8096061A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0;p75">
                <a:extLst>
                  <a:ext uri="{FF2B5EF4-FFF2-40B4-BE49-F238E27FC236}">
                    <a16:creationId xmlns:a16="http://schemas.microsoft.com/office/drawing/2014/main" id="{0F3EFA02-B256-D3E1-9ABB-60436A9F92C0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1;p75">
                <a:extLst>
                  <a:ext uri="{FF2B5EF4-FFF2-40B4-BE49-F238E27FC236}">
                    <a16:creationId xmlns:a16="http://schemas.microsoft.com/office/drawing/2014/main" id="{13C298BB-AAED-CA8B-5104-77C722A303A4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2;p75">
                <a:extLst>
                  <a:ext uri="{FF2B5EF4-FFF2-40B4-BE49-F238E27FC236}">
                    <a16:creationId xmlns:a16="http://schemas.microsoft.com/office/drawing/2014/main" id="{42E03431-F02B-5A62-9A6D-26FB4E5CCA54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33;p75">
                <a:extLst>
                  <a:ext uri="{FF2B5EF4-FFF2-40B4-BE49-F238E27FC236}">
                    <a16:creationId xmlns:a16="http://schemas.microsoft.com/office/drawing/2014/main" id="{E3A832CA-99D3-135E-C92D-02B45627F8A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34;p75">
                <a:extLst>
                  <a:ext uri="{FF2B5EF4-FFF2-40B4-BE49-F238E27FC236}">
                    <a16:creationId xmlns:a16="http://schemas.microsoft.com/office/drawing/2014/main" id="{0A0C94F7-204E-7090-7E25-2B13D2FB014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35;p75">
                <a:extLst>
                  <a:ext uri="{FF2B5EF4-FFF2-40B4-BE49-F238E27FC236}">
                    <a16:creationId xmlns:a16="http://schemas.microsoft.com/office/drawing/2014/main" id="{53D4795B-EF53-6290-09EE-618DA982AF8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36;p75">
                <a:extLst>
                  <a:ext uri="{FF2B5EF4-FFF2-40B4-BE49-F238E27FC236}">
                    <a16:creationId xmlns:a16="http://schemas.microsoft.com/office/drawing/2014/main" id="{8B157C63-666B-826E-4BA2-AA8815774C8A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37;p75">
                <a:extLst>
                  <a:ext uri="{FF2B5EF4-FFF2-40B4-BE49-F238E27FC236}">
                    <a16:creationId xmlns:a16="http://schemas.microsoft.com/office/drawing/2014/main" id="{DA7CE8E9-3E4E-F540-7923-3ACB9CA852B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38;p75">
                <a:extLst>
                  <a:ext uri="{FF2B5EF4-FFF2-40B4-BE49-F238E27FC236}">
                    <a16:creationId xmlns:a16="http://schemas.microsoft.com/office/drawing/2014/main" id="{EFB0899C-31CC-C42C-C603-F57AF91808AC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39;p75">
                <a:extLst>
                  <a:ext uri="{FF2B5EF4-FFF2-40B4-BE49-F238E27FC236}">
                    <a16:creationId xmlns:a16="http://schemas.microsoft.com/office/drawing/2014/main" id="{3FBC0CF9-D838-D1FB-6DDC-5EA1D1C303C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0;p75">
                <a:extLst>
                  <a:ext uri="{FF2B5EF4-FFF2-40B4-BE49-F238E27FC236}">
                    <a16:creationId xmlns:a16="http://schemas.microsoft.com/office/drawing/2014/main" id="{912EE7B6-4543-60C6-F5DD-97C917F2112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1;p75">
                <a:extLst>
                  <a:ext uri="{FF2B5EF4-FFF2-40B4-BE49-F238E27FC236}">
                    <a16:creationId xmlns:a16="http://schemas.microsoft.com/office/drawing/2014/main" id="{55E0199C-21C0-1128-BAAA-A9DA1D7CDE36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2;p75">
                <a:extLst>
                  <a:ext uri="{FF2B5EF4-FFF2-40B4-BE49-F238E27FC236}">
                    <a16:creationId xmlns:a16="http://schemas.microsoft.com/office/drawing/2014/main" id="{A8BBEEED-B678-1D59-4CF3-D0937862C2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43;p75">
                <a:extLst>
                  <a:ext uri="{FF2B5EF4-FFF2-40B4-BE49-F238E27FC236}">
                    <a16:creationId xmlns:a16="http://schemas.microsoft.com/office/drawing/2014/main" id="{23F6CF17-955D-2EF4-46D0-9FD9717DC86A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44;p75">
                <a:extLst>
                  <a:ext uri="{FF2B5EF4-FFF2-40B4-BE49-F238E27FC236}">
                    <a16:creationId xmlns:a16="http://schemas.microsoft.com/office/drawing/2014/main" id="{B58A360B-88AF-BC38-D143-0C5AFDDA395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45;p75">
                <a:extLst>
                  <a:ext uri="{FF2B5EF4-FFF2-40B4-BE49-F238E27FC236}">
                    <a16:creationId xmlns:a16="http://schemas.microsoft.com/office/drawing/2014/main" id="{2C624364-2CBC-3F18-B4D1-4E212EB2B42E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46;p75">
                <a:extLst>
                  <a:ext uri="{FF2B5EF4-FFF2-40B4-BE49-F238E27FC236}">
                    <a16:creationId xmlns:a16="http://schemas.microsoft.com/office/drawing/2014/main" id="{BD75B619-FFAE-9EE0-E5D3-1C1C1ECB7F2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47;p75">
                <a:extLst>
                  <a:ext uri="{FF2B5EF4-FFF2-40B4-BE49-F238E27FC236}">
                    <a16:creationId xmlns:a16="http://schemas.microsoft.com/office/drawing/2014/main" id="{4F7BA79E-9747-DE8B-BB5F-9439472E374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48;p75">
                <a:extLst>
                  <a:ext uri="{FF2B5EF4-FFF2-40B4-BE49-F238E27FC236}">
                    <a16:creationId xmlns:a16="http://schemas.microsoft.com/office/drawing/2014/main" id="{F108634E-5FBE-99D4-5370-6DB5C2B35ECB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49;p75">
                <a:extLst>
                  <a:ext uri="{FF2B5EF4-FFF2-40B4-BE49-F238E27FC236}">
                    <a16:creationId xmlns:a16="http://schemas.microsoft.com/office/drawing/2014/main" id="{0F84AB4E-C565-2BD0-EA6E-EBFA1F4766A3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0;p75">
                <a:extLst>
                  <a:ext uri="{FF2B5EF4-FFF2-40B4-BE49-F238E27FC236}">
                    <a16:creationId xmlns:a16="http://schemas.microsoft.com/office/drawing/2014/main" id="{8D10C267-4D85-E5A1-7A48-B11A7AFB53D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1;p75">
                <a:extLst>
                  <a:ext uri="{FF2B5EF4-FFF2-40B4-BE49-F238E27FC236}">
                    <a16:creationId xmlns:a16="http://schemas.microsoft.com/office/drawing/2014/main" id="{B0F2A74E-0EA1-4BDA-A01D-03113EFEA19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2;p75">
                <a:extLst>
                  <a:ext uri="{FF2B5EF4-FFF2-40B4-BE49-F238E27FC236}">
                    <a16:creationId xmlns:a16="http://schemas.microsoft.com/office/drawing/2014/main" id="{E4F6B1C4-C81E-3DEE-8A19-6B7FF2AA949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53;p75">
                <a:extLst>
                  <a:ext uri="{FF2B5EF4-FFF2-40B4-BE49-F238E27FC236}">
                    <a16:creationId xmlns:a16="http://schemas.microsoft.com/office/drawing/2014/main" id="{C84DD54B-ADE1-E50A-A77C-7E2E4244D39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54;p75">
                <a:extLst>
                  <a:ext uri="{FF2B5EF4-FFF2-40B4-BE49-F238E27FC236}">
                    <a16:creationId xmlns:a16="http://schemas.microsoft.com/office/drawing/2014/main" id="{E86B601E-485B-A7E5-A0EB-CF7E1BB47FE5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55;p75">
                <a:extLst>
                  <a:ext uri="{FF2B5EF4-FFF2-40B4-BE49-F238E27FC236}">
                    <a16:creationId xmlns:a16="http://schemas.microsoft.com/office/drawing/2014/main" id="{6DDB388D-2A2D-163B-40BB-F309EA1105ED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56;p75">
                <a:extLst>
                  <a:ext uri="{FF2B5EF4-FFF2-40B4-BE49-F238E27FC236}">
                    <a16:creationId xmlns:a16="http://schemas.microsoft.com/office/drawing/2014/main" id="{EEEC6C83-1F74-2232-0066-7541EBCB179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57;p75">
                <a:extLst>
                  <a:ext uri="{FF2B5EF4-FFF2-40B4-BE49-F238E27FC236}">
                    <a16:creationId xmlns:a16="http://schemas.microsoft.com/office/drawing/2014/main" id="{1F4AD3D7-A7FC-DB88-D583-8A0770B3B1A0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58;p75">
                <a:extLst>
                  <a:ext uri="{FF2B5EF4-FFF2-40B4-BE49-F238E27FC236}">
                    <a16:creationId xmlns:a16="http://schemas.microsoft.com/office/drawing/2014/main" id="{648E0B95-C645-2FF7-D27F-BBD198CE891A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59;p75">
                <a:extLst>
                  <a:ext uri="{FF2B5EF4-FFF2-40B4-BE49-F238E27FC236}">
                    <a16:creationId xmlns:a16="http://schemas.microsoft.com/office/drawing/2014/main" id="{B05D6431-47BC-C2CA-5B87-15E1C344C1C4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0;p75">
                <a:extLst>
                  <a:ext uri="{FF2B5EF4-FFF2-40B4-BE49-F238E27FC236}">
                    <a16:creationId xmlns:a16="http://schemas.microsoft.com/office/drawing/2014/main" id="{F6AEA017-DEE4-8A48-2452-47D6F1613DF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1;p75">
                <a:extLst>
                  <a:ext uri="{FF2B5EF4-FFF2-40B4-BE49-F238E27FC236}">
                    <a16:creationId xmlns:a16="http://schemas.microsoft.com/office/drawing/2014/main" id="{2A77A4AC-C268-C170-5DC3-0906ADBCB756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2;p75">
                <a:extLst>
                  <a:ext uri="{FF2B5EF4-FFF2-40B4-BE49-F238E27FC236}">
                    <a16:creationId xmlns:a16="http://schemas.microsoft.com/office/drawing/2014/main" id="{17AF3408-9CBD-F084-AB8C-1E20D4D56536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263;p75">
                <a:extLst>
                  <a:ext uri="{FF2B5EF4-FFF2-40B4-BE49-F238E27FC236}">
                    <a16:creationId xmlns:a16="http://schemas.microsoft.com/office/drawing/2014/main" id="{3785A73F-71C6-9EFD-BBE6-1DA9F234857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264;p75">
                <a:extLst>
                  <a:ext uri="{FF2B5EF4-FFF2-40B4-BE49-F238E27FC236}">
                    <a16:creationId xmlns:a16="http://schemas.microsoft.com/office/drawing/2014/main" id="{643FDF4F-ECF8-FA1B-C5BC-0C80D503E59A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265;p75">
                <a:extLst>
                  <a:ext uri="{FF2B5EF4-FFF2-40B4-BE49-F238E27FC236}">
                    <a16:creationId xmlns:a16="http://schemas.microsoft.com/office/drawing/2014/main" id="{985FB410-97A1-7D07-7F24-05304743C9B1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266;p75">
                <a:extLst>
                  <a:ext uri="{FF2B5EF4-FFF2-40B4-BE49-F238E27FC236}">
                    <a16:creationId xmlns:a16="http://schemas.microsoft.com/office/drawing/2014/main" id="{4627DBC6-B43E-A508-E7A2-7B24390C386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9267;p75">
                <a:extLst>
                  <a:ext uri="{FF2B5EF4-FFF2-40B4-BE49-F238E27FC236}">
                    <a16:creationId xmlns:a16="http://schemas.microsoft.com/office/drawing/2014/main" id="{5EB27A46-3E32-A1D8-2C98-7C4AC167CBA5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9268;p75">
                <a:extLst>
                  <a:ext uri="{FF2B5EF4-FFF2-40B4-BE49-F238E27FC236}">
                    <a16:creationId xmlns:a16="http://schemas.microsoft.com/office/drawing/2014/main" id="{8378A08F-AE36-74B0-5226-F125D2260B70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9269;p75">
              <a:extLst>
                <a:ext uri="{FF2B5EF4-FFF2-40B4-BE49-F238E27FC236}">
                  <a16:creationId xmlns:a16="http://schemas.microsoft.com/office/drawing/2014/main" id="{FF66EA00-2AC5-3085-5D0F-8623B798FDF7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9270;p75">
              <a:extLst>
                <a:ext uri="{FF2B5EF4-FFF2-40B4-BE49-F238E27FC236}">
                  <a16:creationId xmlns:a16="http://schemas.microsoft.com/office/drawing/2014/main" id="{F8AF1FF3-7E2E-F0CD-876A-289CDA9FB496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17" name="Google Shape;9271;p75">
                <a:extLst>
                  <a:ext uri="{FF2B5EF4-FFF2-40B4-BE49-F238E27FC236}">
                    <a16:creationId xmlns:a16="http://schemas.microsoft.com/office/drawing/2014/main" id="{7D94A766-1737-CB46-6BAB-8E0BA789CB0B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72;p75">
                <a:extLst>
                  <a:ext uri="{FF2B5EF4-FFF2-40B4-BE49-F238E27FC236}">
                    <a16:creationId xmlns:a16="http://schemas.microsoft.com/office/drawing/2014/main" id="{7B54C89A-2907-8032-CC72-840A311349E6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464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5CE7C65-06F6-B823-E891-34E2E6C9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1712;p46">
            <a:extLst>
              <a:ext uri="{FF2B5EF4-FFF2-40B4-BE49-F238E27FC236}">
                <a16:creationId xmlns:a16="http://schemas.microsoft.com/office/drawing/2014/main" id="{D80075DE-721E-58EA-3B7A-20BFCFB1D105}"/>
              </a:ext>
            </a:extLst>
          </p:cNvPr>
          <p:cNvGrpSpPr/>
          <p:nvPr/>
        </p:nvGrpSpPr>
        <p:grpSpPr>
          <a:xfrm rot="10800000">
            <a:off x="8572415" y="4357874"/>
            <a:ext cx="509641" cy="754380"/>
            <a:chOff x="5174818" y="7590625"/>
            <a:chExt cx="1185673" cy="1790196"/>
          </a:xfrm>
        </p:grpSpPr>
        <p:sp>
          <p:nvSpPr>
            <p:cNvPr id="57" name="Google Shape;1713;p46">
              <a:extLst>
                <a:ext uri="{FF2B5EF4-FFF2-40B4-BE49-F238E27FC236}">
                  <a16:creationId xmlns:a16="http://schemas.microsoft.com/office/drawing/2014/main" id="{049777BE-BB2A-8C31-C48D-0D068C5D7E89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4;p46">
              <a:extLst>
                <a:ext uri="{FF2B5EF4-FFF2-40B4-BE49-F238E27FC236}">
                  <a16:creationId xmlns:a16="http://schemas.microsoft.com/office/drawing/2014/main" id="{63D98E9D-D358-647F-01DA-BAEC3D51CFDF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15;p46">
              <a:extLst>
                <a:ext uri="{FF2B5EF4-FFF2-40B4-BE49-F238E27FC236}">
                  <a16:creationId xmlns:a16="http://schemas.microsoft.com/office/drawing/2014/main" id="{BF7B2DB2-9898-BFF3-4990-E001D54F4C5D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16;p46">
              <a:extLst>
                <a:ext uri="{FF2B5EF4-FFF2-40B4-BE49-F238E27FC236}">
                  <a16:creationId xmlns:a16="http://schemas.microsoft.com/office/drawing/2014/main" id="{5E95BCF0-66DC-4F34-BABE-ADC943A804E1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7;p46">
              <a:extLst>
                <a:ext uri="{FF2B5EF4-FFF2-40B4-BE49-F238E27FC236}">
                  <a16:creationId xmlns:a16="http://schemas.microsoft.com/office/drawing/2014/main" id="{C21A8157-ED8B-CB1B-7F1C-5B88B5691109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8;p46">
              <a:extLst>
                <a:ext uri="{FF2B5EF4-FFF2-40B4-BE49-F238E27FC236}">
                  <a16:creationId xmlns:a16="http://schemas.microsoft.com/office/drawing/2014/main" id="{D02BAF09-1448-162A-7248-7593796F0BDA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19;p46">
              <a:extLst>
                <a:ext uri="{FF2B5EF4-FFF2-40B4-BE49-F238E27FC236}">
                  <a16:creationId xmlns:a16="http://schemas.microsoft.com/office/drawing/2014/main" id="{CFF2DD12-2D7F-77A7-BFB3-704A3AE87052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0;p46">
              <a:extLst>
                <a:ext uri="{FF2B5EF4-FFF2-40B4-BE49-F238E27FC236}">
                  <a16:creationId xmlns:a16="http://schemas.microsoft.com/office/drawing/2014/main" id="{F10E573A-99A2-8D21-FE7C-32BAB33B92AD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1;p46">
              <a:extLst>
                <a:ext uri="{FF2B5EF4-FFF2-40B4-BE49-F238E27FC236}">
                  <a16:creationId xmlns:a16="http://schemas.microsoft.com/office/drawing/2014/main" id="{4EA73022-DFCD-A55B-72D5-1AB7A85E9FC0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2;p46">
              <a:extLst>
                <a:ext uri="{FF2B5EF4-FFF2-40B4-BE49-F238E27FC236}">
                  <a16:creationId xmlns:a16="http://schemas.microsoft.com/office/drawing/2014/main" id="{6988E0B8-0434-2368-A8E3-377C19C644C6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3;p46">
              <a:extLst>
                <a:ext uri="{FF2B5EF4-FFF2-40B4-BE49-F238E27FC236}">
                  <a16:creationId xmlns:a16="http://schemas.microsoft.com/office/drawing/2014/main" id="{8DF2D19D-6224-93D5-437E-A2DD48475528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4;p46">
              <a:extLst>
                <a:ext uri="{FF2B5EF4-FFF2-40B4-BE49-F238E27FC236}">
                  <a16:creationId xmlns:a16="http://schemas.microsoft.com/office/drawing/2014/main" id="{AC91C053-B359-38F2-2193-144C86B85918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5;p46">
              <a:extLst>
                <a:ext uri="{FF2B5EF4-FFF2-40B4-BE49-F238E27FC236}">
                  <a16:creationId xmlns:a16="http://schemas.microsoft.com/office/drawing/2014/main" id="{0E5ABDE7-64A0-5433-5AD6-FB04DF0CC733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6;p46">
              <a:extLst>
                <a:ext uri="{FF2B5EF4-FFF2-40B4-BE49-F238E27FC236}">
                  <a16:creationId xmlns:a16="http://schemas.microsoft.com/office/drawing/2014/main" id="{B2EFA998-4125-ED56-FB0D-E4CE436A1138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7;p46">
              <a:extLst>
                <a:ext uri="{FF2B5EF4-FFF2-40B4-BE49-F238E27FC236}">
                  <a16:creationId xmlns:a16="http://schemas.microsoft.com/office/drawing/2014/main" id="{98F143C0-B9EC-063F-BEE7-F87D37C09426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8;p46">
              <a:extLst>
                <a:ext uri="{FF2B5EF4-FFF2-40B4-BE49-F238E27FC236}">
                  <a16:creationId xmlns:a16="http://schemas.microsoft.com/office/drawing/2014/main" id="{2CB535FB-00FD-61AA-BB15-CFE33FB00075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29;p46">
              <a:extLst>
                <a:ext uri="{FF2B5EF4-FFF2-40B4-BE49-F238E27FC236}">
                  <a16:creationId xmlns:a16="http://schemas.microsoft.com/office/drawing/2014/main" id="{82276F1C-769A-51A2-BCEE-4665DB267E04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0;p46">
              <a:extLst>
                <a:ext uri="{FF2B5EF4-FFF2-40B4-BE49-F238E27FC236}">
                  <a16:creationId xmlns:a16="http://schemas.microsoft.com/office/drawing/2014/main" id="{47E08623-3A16-CB96-8CAC-B3ABF61B1A87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1;p46">
              <a:extLst>
                <a:ext uri="{FF2B5EF4-FFF2-40B4-BE49-F238E27FC236}">
                  <a16:creationId xmlns:a16="http://schemas.microsoft.com/office/drawing/2014/main" id="{0A96A113-A48F-D701-27DC-48F0B44BB894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2;p46">
              <a:extLst>
                <a:ext uri="{FF2B5EF4-FFF2-40B4-BE49-F238E27FC236}">
                  <a16:creationId xmlns:a16="http://schemas.microsoft.com/office/drawing/2014/main" id="{F8D1F5F1-66B3-9076-C84C-16B22A206D53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3;p46">
              <a:extLst>
                <a:ext uri="{FF2B5EF4-FFF2-40B4-BE49-F238E27FC236}">
                  <a16:creationId xmlns:a16="http://schemas.microsoft.com/office/drawing/2014/main" id="{CE1442EC-1A61-7E42-2046-FD5E0A8D2FA6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34;p46">
              <a:extLst>
                <a:ext uri="{FF2B5EF4-FFF2-40B4-BE49-F238E27FC236}">
                  <a16:creationId xmlns:a16="http://schemas.microsoft.com/office/drawing/2014/main" id="{7CE019D2-68EA-D4C8-4DBE-0F4FF615BD71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35;p46">
              <a:extLst>
                <a:ext uri="{FF2B5EF4-FFF2-40B4-BE49-F238E27FC236}">
                  <a16:creationId xmlns:a16="http://schemas.microsoft.com/office/drawing/2014/main" id="{844BB92A-6914-87CA-84C5-80C88E525BB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6;p46">
              <a:extLst>
                <a:ext uri="{FF2B5EF4-FFF2-40B4-BE49-F238E27FC236}">
                  <a16:creationId xmlns:a16="http://schemas.microsoft.com/office/drawing/2014/main" id="{F7649E6F-1866-400D-DF16-05BFAB6F13E2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7;p46">
              <a:extLst>
                <a:ext uri="{FF2B5EF4-FFF2-40B4-BE49-F238E27FC236}">
                  <a16:creationId xmlns:a16="http://schemas.microsoft.com/office/drawing/2014/main" id="{A718B04C-B859-52CF-2759-84DDA196B386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8;p46">
              <a:extLst>
                <a:ext uri="{FF2B5EF4-FFF2-40B4-BE49-F238E27FC236}">
                  <a16:creationId xmlns:a16="http://schemas.microsoft.com/office/drawing/2014/main" id="{C13DF500-6851-A1B0-080F-31C4FE3A0725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39;p46">
              <a:extLst>
                <a:ext uri="{FF2B5EF4-FFF2-40B4-BE49-F238E27FC236}">
                  <a16:creationId xmlns:a16="http://schemas.microsoft.com/office/drawing/2014/main" id="{F7D2482B-41A4-1C09-7EE3-190839DF0DAB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0;p46">
              <a:extLst>
                <a:ext uri="{FF2B5EF4-FFF2-40B4-BE49-F238E27FC236}">
                  <a16:creationId xmlns:a16="http://schemas.microsoft.com/office/drawing/2014/main" id="{8BB82211-AEBF-1CED-CF95-A9E958CF2D8B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1;p46">
              <a:extLst>
                <a:ext uri="{FF2B5EF4-FFF2-40B4-BE49-F238E27FC236}">
                  <a16:creationId xmlns:a16="http://schemas.microsoft.com/office/drawing/2014/main" id="{979FAFB7-076A-9D92-28F6-A6D9E9C0539B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2;p46">
              <a:extLst>
                <a:ext uri="{FF2B5EF4-FFF2-40B4-BE49-F238E27FC236}">
                  <a16:creationId xmlns:a16="http://schemas.microsoft.com/office/drawing/2014/main" id="{405CF86D-B73A-5876-BBD5-967FCE03BBB5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3;p46">
              <a:extLst>
                <a:ext uri="{FF2B5EF4-FFF2-40B4-BE49-F238E27FC236}">
                  <a16:creationId xmlns:a16="http://schemas.microsoft.com/office/drawing/2014/main" id="{43894ED6-8FA6-CC2D-C1AB-D5E6ECC5F112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4;p46">
              <a:extLst>
                <a:ext uri="{FF2B5EF4-FFF2-40B4-BE49-F238E27FC236}">
                  <a16:creationId xmlns:a16="http://schemas.microsoft.com/office/drawing/2014/main" id="{4B980169-6F5C-6C81-C877-C31206B496C6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5;p46">
              <a:extLst>
                <a:ext uri="{FF2B5EF4-FFF2-40B4-BE49-F238E27FC236}">
                  <a16:creationId xmlns:a16="http://schemas.microsoft.com/office/drawing/2014/main" id="{12969486-F21B-A4D9-C83D-59A01ED74A27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6;p46">
              <a:extLst>
                <a:ext uri="{FF2B5EF4-FFF2-40B4-BE49-F238E27FC236}">
                  <a16:creationId xmlns:a16="http://schemas.microsoft.com/office/drawing/2014/main" id="{3DEF46FA-A3C8-4EA2-2802-0BCB953881D9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7;p46">
              <a:extLst>
                <a:ext uri="{FF2B5EF4-FFF2-40B4-BE49-F238E27FC236}">
                  <a16:creationId xmlns:a16="http://schemas.microsoft.com/office/drawing/2014/main" id="{FFFDDB76-6367-4482-6B3F-E820CB1E807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8;p46">
              <a:extLst>
                <a:ext uri="{FF2B5EF4-FFF2-40B4-BE49-F238E27FC236}">
                  <a16:creationId xmlns:a16="http://schemas.microsoft.com/office/drawing/2014/main" id="{826C68C6-D740-2DDB-D5EB-89A456089245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49;p46">
              <a:extLst>
                <a:ext uri="{FF2B5EF4-FFF2-40B4-BE49-F238E27FC236}">
                  <a16:creationId xmlns:a16="http://schemas.microsoft.com/office/drawing/2014/main" id="{E6B09786-9E42-D10D-BB3D-FCA33D6057CD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0;p46">
              <a:extLst>
                <a:ext uri="{FF2B5EF4-FFF2-40B4-BE49-F238E27FC236}">
                  <a16:creationId xmlns:a16="http://schemas.microsoft.com/office/drawing/2014/main" id="{68DDCC3B-AC85-37C8-549D-6F393B1610D7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1;p46">
              <a:extLst>
                <a:ext uri="{FF2B5EF4-FFF2-40B4-BE49-F238E27FC236}">
                  <a16:creationId xmlns:a16="http://schemas.microsoft.com/office/drawing/2014/main" id="{CE66BC45-287F-EEBA-9367-D6D9C415A1D4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2;p46">
              <a:extLst>
                <a:ext uri="{FF2B5EF4-FFF2-40B4-BE49-F238E27FC236}">
                  <a16:creationId xmlns:a16="http://schemas.microsoft.com/office/drawing/2014/main" id="{D9539251-6802-C91C-1975-683C663172CF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3;p46">
              <a:extLst>
                <a:ext uri="{FF2B5EF4-FFF2-40B4-BE49-F238E27FC236}">
                  <a16:creationId xmlns:a16="http://schemas.microsoft.com/office/drawing/2014/main" id="{80045E28-1E92-08AB-5C0A-9740E30445A9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6">
              <a:extLst>
                <a:ext uri="{FF2B5EF4-FFF2-40B4-BE49-F238E27FC236}">
                  <a16:creationId xmlns:a16="http://schemas.microsoft.com/office/drawing/2014/main" id="{A32E2AD9-71DC-22A0-7ACB-8FBFEE6B2993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6">
              <a:extLst>
                <a:ext uri="{FF2B5EF4-FFF2-40B4-BE49-F238E27FC236}">
                  <a16:creationId xmlns:a16="http://schemas.microsoft.com/office/drawing/2014/main" id="{273BA56B-06E8-3E06-BDD2-9825DAA8CC73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6">
              <a:extLst>
                <a:ext uri="{FF2B5EF4-FFF2-40B4-BE49-F238E27FC236}">
                  <a16:creationId xmlns:a16="http://schemas.microsoft.com/office/drawing/2014/main" id="{19A227AF-55D7-D210-1B99-527FF8DCD54F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7;p46">
              <a:extLst>
                <a:ext uri="{FF2B5EF4-FFF2-40B4-BE49-F238E27FC236}">
                  <a16:creationId xmlns:a16="http://schemas.microsoft.com/office/drawing/2014/main" id="{88587CCB-6401-6E60-8CAC-70DC7A50FDB8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8;p46">
              <a:extLst>
                <a:ext uri="{FF2B5EF4-FFF2-40B4-BE49-F238E27FC236}">
                  <a16:creationId xmlns:a16="http://schemas.microsoft.com/office/drawing/2014/main" id="{95850E3A-76A2-3CFD-08E9-BEE5D7B759DA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59;p46">
              <a:extLst>
                <a:ext uri="{FF2B5EF4-FFF2-40B4-BE49-F238E27FC236}">
                  <a16:creationId xmlns:a16="http://schemas.microsoft.com/office/drawing/2014/main" id="{9627C4E2-E252-FF1E-76E4-A5C3CCD3664B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0;p46">
              <a:extLst>
                <a:ext uri="{FF2B5EF4-FFF2-40B4-BE49-F238E27FC236}">
                  <a16:creationId xmlns:a16="http://schemas.microsoft.com/office/drawing/2014/main" id="{9BF87D28-F161-E469-50F8-AAFB48DDB7C8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1;p46">
              <a:extLst>
                <a:ext uri="{FF2B5EF4-FFF2-40B4-BE49-F238E27FC236}">
                  <a16:creationId xmlns:a16="http://schemas.microsoft.com/office/drawing/2014/main" id="{2BCF29C6-5513-226C-C3F3-455B5170D24F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2;p46">
              <a:extLst>
                <a:ext uri="{FF2B5EF4-FFF2-40B4-BE49-F238E27FC236}">
                  <a16:creationId xmlns:a16="http://schemas.microsoft.com/office/drawing/2014/main" id="{E641568D-A24E-A3BB-7756-464EEAAA6E38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3;p46">
              <a:extLst>
                <a:ext uri="{FF2B5EF4-FFF2-40B4-BE49-F238E27FC236}">
                  <a16:creationId xmlns:a16="http://schemas.microsoft.com/office/drawing/2014/main" id="{77DC96AF-52E7-0618-2158-015350F4DE8B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4;p46">
              <a:extLst>
                <a:ext uri="{FF2B5EF4-FFF2-40B4-BE49-F238E27FC236}">
                  <a16:creationId xmlns:a16="http://schemas.microsoft.com/office/drawing/2014/main" id="{128E2A7A-8EFB-61FD-9D64-8FCB56440C31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5;p46">
              <a:extLst>
                <a:ext uri="{FF2B5EF4-FFF2-40B4-BE49-F238E27FC236}">
                  <a16:creationId xmlns:a16="http://schemas.microsoft.com/office/drawing/2014/main" id="{01C3314C-A37E-47F6-70B5-031F9F978BCD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6;p46">
              <a:extLst>
                <a:ext uri="{FF2B5EF4-FFF2-40B4-BE49-F238E27FC236}">
                  <a16:creationId xmlns:a16="http://schemas.microsoft.com/office/drawing/2014/main" id="{B81E8D06-39DC-5DF3-D564-22F31FBECBEC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7;p46">
              <a:extLst>
                <a:ext uri="{FF2B5EF4-FFF2-40B4-BE49-F238E27FC236}">
                  <a16:creationId xmlns:a16="http://schemas.microsoft.com/office/drawing/2014/main" id="{101BC1DC-696A-0ACF-8C52-25FEFC2E357B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8;p46">
              <a:extLst>
                <a:ext uri="{FF2B5EF4-FFF2-40B4-BE49-F238E27FC236}">
                  <a16:creationId xmlns:a16="http://schemas.microsoft.com/office/drawing/2014/main" id="{81F96C41-A464-13FC-2FC1-DD449945854E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69;p46">
              <a:extLst>
                <a:ext uri="{FF2B5EF4-FFF2-40B4-BE49-F238E27FC236}">
                  <a16:creationId xmlns:a16="http://schemas.microsoft.com/office/drawing/2014/main" id="{8A67024C-8AE7-9095-109B-5CBD9E5E6391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0;p46">
              <a:extLst>
                <a:ext uri="{FF2B5EF4-FFF2-40B4-BE49-F238E27FC236}">
                  <a16:creationId xmlns:a16="http://schemas.microsoft.com/office/drawing/2014/main" id="{DEB9EB56-E26C-2B63-21CE-F5AD03789795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222;p75">
            <a:extLst>
              <a:ext uri="{FF2B5EF4-FFF2-40B4-BE49-F238E27FC236}">
                <a16:creationId xmlns:a16="http://schemas.microsoft.com/office/drawing/2014/main" id="{52BCED43-B6FA-E85C-8676-474F12B58FC7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FB24E5E8-E2A3-89E7-757A-D09FA8AE6648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11" name="Google Shape;9224;p75">
                <a:extLst>
                  <a:ext uri="{FF2B5EF4-FFF2-40B4-BE49-F238E27FC236}">
                    <a16:creationId xmlns:a16="http://schemas.microsoft.com/office/drawing/2014/main" id="{E37972F2-D53B-D9D4-795F-6024D3146141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5;p75">
                <a:extLst>
                  <a:ext uri="{FF2B5EF4-FFF2-40B4-BE49-F238E27FC236}">
                    <a16:creationId xmlns:a16="http://schemas.microsoft.com/office/drawing/2014/main" id="{9B061B6F-467C-7660-8239-550FD29E030E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6;p75">
                <a:extLst>
                  <a:ext uri="{FF2B5EF4-FFF2-40B4-BE49-F238E27FC236}">
                    <a16:creationId xmlns:a16="http://schemas.microsoft.com/office/drawing/2014/main" id="{072C6A1E-393C-8BFE-BBAB-74847224277A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27;p75">
                <a:extLst>
                  <a:ext uri="{FF2B5EF4-FFF2-40B4-BE49-F238E27FC236}">
                    <a16:creationId xmlns:a16="http://schemas.microsoft.com/office/drawing/2014/main" id="{BDDB85BE-1A43-1288-B292-AAC19AECB397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28;p75">
                <a:extLst>
                  <a:ext uri="{FF2B5EF4-FFF2-40B4-BE49-F238E27FC236}">
                    <a16:creationId xmlns:a16="http://schemas.microsoft.com/office/drawing/2014/main" id="{46D83E12-A296-9BDF-505F-840FD4918F4C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29;p75">
                <a:extLst>
                  <a:ext uri="{FF2B5EF4-FFF2-40B4-BE49-F238E27FC236}">
                    <a16:creationId xmlns:a16="http://schemas.microsoft.com/office/drawing/2014/main" id="{F4BE1394-DAE0-F9E7-4A2A-C0BFD148520A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0;p75">
                <a:extLst>
                  <a:ext uri="{FF2B5EF4-FFF2-40B4-BE49-F238E27FC236}">
                    <a16:creationId xmlns:a16="http://schemas.microsoft.com/office/drawing/2014/main" id="{17A23D32-9D9C-DFD8-3148-C6B3787901E5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1;p75">
                <a:extLst>
                  <a:ext uri="{FF2B5EF4-FFF2-40B4-BE49-F238E27FC236}">
                    <a16:creationId xmlns:a16="http://schemas.microsoft.com/office/drawing/2014/main" id="{15F5AE4A-6C28-1E16-9D9E-C5A15E1BC686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2;p75">
                <a:extLst>
                  <a:ext uri="{FF2B5EF4-FFF2-40B4-BE49-F238E27FC236}">
                    <a16:creationId xmlns:a16="http://schemas.microsoft.com/office/drawing/2014/main" id="{10AEFAB7-B19A-8889-A3FF-6CA4307FDE8B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3;p75">
                <a:extLst>
                  <a:ext uri="{FF2B5EF4-FFF2-40B4-BE49-F238E27FC236}">
                    <a16:creationId xmlns:a16="http://schemas.microsoft.com/office/drawing/2014/main" id="{FA16D9D8-4557-0A57-515F-D74A539E552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4;p75">
                <a:extLst>
                  <a:ext uri="{FF2B5EF4-FFF2-40B4-BE49-F238E27FC236}">
                    <a16:creationId xmlns:a16="http://schemas.microsoft.com/office/drawing/2014/main" id="{9FCB8F81-49A2-B396-678E-A7F839277CA5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5;p75">
                <a:extLst>
                  <a:ext uri="{FF2B5EF4-FFF2-40B4-BE49-F238E27FC236}">
                    <a16:creationId xmlns:a16="http://schemas.microsoft.com/office/drawing/2014/main" id="{FA56E591-D0D7-7A61-DA20-D97DF2C3ACB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6;p75">
                <a:extLst>
                  <a:ext uri="{FF2B5EF4-FFF2-40B4-BE49-F238E27FC236}">
                    <a16:creationId xmlns:a16="http://schemas.microsoft.com/office/drawing/2014/main" id="{341244FE-4F9D-1E60-7F79-2D83865BE639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37;p75">
                <a:extLst>
                  <a:ext uri="{FF2B5EF4-FFF2-40B4-BE49-F238E27FC236}">
                    <a16:creationId xmlns:a16="http://schemas.microsoft.com/office/drawing/2014/main" id="{A1DD3E0B-FD5B-05DE-4578-D409C3FC578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38;p75">
                <a:extLst>
                  <a:ext uri="{FF2B5EF4-FFF2-40B4-BE49-F238E27FC236}">
                    <a16:creationId xmlns:a16="http://schemas.microsoft.com/office/drawing/2014/main" id="{7F4E985F-2C2C-D94E-9827-EDDA45240B9E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39;p75">
                <a:extLst>
                  <a:ext uri="{FF2B5EF4-FFF2-40B4-BE49-F238E27FC236}">
                    <a16:creationId xmlns:a16="http://schemas.microsoft.com/office/drawing/2014/main" id="{74321A26-A9CD-2662-E7EA-28BE72AC3093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0;p75">
                <a:extLst>
                  <a:ext uri="{FF2B5EF4-FFF2-40B4-BE49-F238E27FC236}">
                    <a16:creationId xmlns:a16="http://schemas.microsoft.com/office/drawing/2014/main" id="{A14A746B-2D61-A7F2-3A13-7B2954E7FFA4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1;p75">
                <a:extLst>
                  <a:ext uri="{FF2B5EF4-FFF2-40B4-BE49-F238E27FC236}">
                    <a16:creationId xmlns:a16="http://schemas.microsoft.com/office/drawing/2014/main" id="{743ADEBF-3745-8FA8-0857-EE38020DF1C0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2;p75">
                <a:extLst>
                  <a:ext uri="{FF2B5EF4-FFF2-40B4-BE49-F238E27FC236}">
                    <a16:creationId xmlns:a16="http://schemas.microsoft.com/office/drawing/2014/main" id="{2D57DE39-E593-1397-7564-ACC8C92B41D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3;p75">
                <a:extLst>
                  <a:ext uri="{FF2B5EF4-FFF2-40B4-BE49-F238E27FC236}">
                    <a16:creationId xmlns:a16="http://schemas.microsoft.com/office/drawing/2014/main" id="{D6A16A3E-9EE2-5CFF-831E-F6B91D757654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244;p75">
                <a:extLst>
                  <a:ext uri="{FF2B5EF4-FFF2-40B4-BE49-F238E27FC236}">
                    <a16:creationId xmlns:a16="http://schemas.microsoft.com/office/drawing/2014/main" id="{89E07019-610A-2A4F-A139-057B90A38DEC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245;p75">
                <a:extLst>
                  <a:ext uri="{FF2B5EF4-FFF2-40B4-BE49-F238E27FC236}">
                    <a16:creationId xmlns:a16="http://schemas.microsoft.com/office/drawing/2014/main" id="{9F7F53BE-3260-F23E-619A-8EDBD67102D1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246;p75">
                <a:extLst>
                  <a:ext uri="{FF2B5EF4-FFF2-40B4-BE49-F238E27FC236}">
                    <a16:creationId xmlns:a16="http://schemas.microsoft.com/office/drawing/2014/main" id="{FB32C037-ABA2-C68B-C729-0A562B3D9191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247;p75">
                <a:extLst>
                  <a:ext uri="{FF2B5EF4-FFF2-40B4-BE49-F238E27FC236}">
                    <a16:creationId xmlns:a16="http://schemas.microsoft.com/office/drawing/2014/main" id="{CE8E5DA5-0E97-E5DB-F84B-7806A45CA639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248;p75">
                <a:extLst>
                  <a:ext uri="{FF2B5EF4-FFF2-40B4-BE49-F238E27FC236}">
                    <a16:creationId xmlns:a16="http://schemas.microsoft.com/office/drawing/2014/main" id="{98647C20-DF9C-84AB-DCA5-4F86463FBF51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249;p75">
                <a:extLst>
                  <a:ext uri="{FF2B5EF4-FFF2-40B4-BE49-F238E27FC236}">
                    <a16:creationId xmlns:a16="http://schemas.microsoft.com/office/drawing/2014/main" id="{AE90AA19-71FE-59A4-532A-1A8AFCE734B2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50;p75">
                <a:extLst>
                  <a:ext uri="{FF2B5EF4-FFF2-40B4-BE49-F238E27FC236}">
                    <a16:creationId xmlns:a16="http://schemas.microsoft.com/office/drawing/2014/main" id="{979EAFE2-AAAB-E21B-5ECE-242C644A05A4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251;p75">
                <a:extLst>
                  <a:ext uri="{FF2B5EF4-FFF2-40B4-BE49-F238E27FC236}">
                    <a16:creationId xmlns:a16="http://schemas.microsoft.com/office/drawing/2014/main" id="{B5F8E4B1-1E87-BE71-D01F-17985C2249B4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252;p75">
                <a:extLst>
                  <a:ext uri="{FF2B5EF4-FFF2-40B4-BE49-F238E27FC236}">
                    <a16:creationId xmlns:a16="http://schemas.microsoft.com/office/drawing/2014/main" id="{2FF330B7-010E-87E9-D785-75CCFA1F947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253;p75">
                <a:extLst>
                  <a:ext uri="{FF2B5EF4-FFF2-40B4-BE49-F238E27FC236}">
                    <a16:creationId xmlns:a16="http://schemas.microsoft.com/office/drawing/2014/main" id="{7B5F83AD-8F83-EDB3-9A96-5F1C063F10BE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254;p75">
                <a:extLst>
                  <a:ext uri="{FF2B5EF4-FFF2-40B4-BE49-F238E27FC236}">
                    <a16:creationId xmlns:a16="http://schemas.microsoft.com/office/drawing/2014/main" id="{A11FBC28-1E3E-01A5-6DF9-BED23EEEB5A6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255;p75">
                <a:extLst>
                  <a:ext uri="{FF2B5EF4-FFF2-40B4-BE49-F238E27FC236}">
                    <a16:creationId xmlns:a16="http://schemas.microsoft.com/office/drawing/2014/main" id="{A1A43E70-5713-6F16-0EF1-70336B9D031B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256;p75">
                <a:extLst>
                  <a:ext uri="{FF2B5EF4-FFF2-40B4-BE49-F238E27FC236}">
                    <a16:creationId xmlns:a16="http://schemas.microsoft.com/office/drawing/2014/main" id="{8D8D7B3B-3ABA-9526-7979-2C73DF08026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257;p75">
                <a:extLst>
                  <a:ext uri="{FF2B5EF4-FFF2-40B4-BE49-F238E27FC236}">
                    <a16:creationId xmlns:a16="http://schemas.microsoft.com/office/drawing/2014/main" id="{C8E1EA11-23E4-7F94-C02B-479C35286CCB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258;p75">
                <a:extLst>
                  <a:ext uri="{FF2B5EF4-FFF2-40B4-BE49-F238E27FC236}">
                    <a16:creationId xmlns:a16="http://schemas.microsoft.com/office/drawing/2014/main" id="{81306F90-D786-2F19-257C-73049DE05BCA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259;p75">
                <a:extLst>
                  <a:ext uri="{FF2B5EF4-FFF2-40B4-BE49-F238E27FC236}">
                    <a16:creationId xmlns:a16="http://schemas.microsoft.com/office/drawing/2014/main" id="{D66A4E36-27A5-2DD1-D1A9-19D03B2AB994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260;p75">
                <a:extLst>
                  <a:ext uri="{FF2B5EF4-FFF2-40B4-BE49-F238E27FC236}">
                    <a16:creationId xmlns:a16="http://schemas.microsoft.com/office/drawing/2014/main" id="{408D36AE-BF9C-CC1D-F35C-590849E12D60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261;p75">
                <a:extLst>
                  <a:ext uri="{FF2B5EF4-FFF2-40B4-BE49-F238E27FC236}">
                    <a16:creationId xmlns:a16="http://schemas.microsoft.com/office/drawing/2014/main" id="{BB2C3319-9BC3-CBAC-2806-E3CE9C61FDE5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262;p75">
                <a:extLst>
                  <a:ext uri="{FF2B5EF4-FFF2-40B4-BE49-F238E27FC236}">
                    <a16:creationId xmlns:a16="http://schemas.microsoft.com/office/drawing/2014/main" id="{B2711660-8970-F98A-A95E-3749E43F8E8E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263;p75">
                <a:extLst>
                  <a:ext uri="{FF2B5EF4-FFF2-40B4-BE49-F238E27FC236}">
                    <a16:creationId xmlns:a16="http://schemas.microsoft.com/office/drawing/2014/main" id="{FCEE8C04-C672-925F-3112-CCDC8E7163DF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264;p75">
                <a:extLst>
                  <a:ext uri="{FF2B5EF4-FFF2-40B4-BE49-F238E27FC236}">
                    <a16:creationId xmlns:a16="http://schemas.microsoft.com/office/drawing/2014/main" id="{46D27262-A68E-DD53-6C2A-74EF7A9A9291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265;p75">
                <a:extLst>
                  <a:ext uri="{FF2B5EF4-FFF2-40B4-BE49-F238E27FC236}">
                    <a16:creationId xmlns:a16="http://schemas.microsoft.com/office/drawing/2014/main" id="{862CA041-1963-A160-E328-98D50C24304B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266;p75">
                <a:extLst>
                  <a:ext uri="{FF2B5EF4-FFF2-40B4-BE49-F238E27FC236}">
                    <a16:creationId xmlns:a16="http://schemas.microsoft.com/office/drawing/2014/main" id="{540C0BB6-0F25-1397-8EED-A817D096775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267;p75">
                <a:extLst>
                  <a:ext uri="{FF2B5EF4-FFF2-40B4-BE49-F238E27FC236}">
                    <a16:creationId xmlns:a16="http://schemas.microsoft.com/office/drawing/2014/main" id="{2B06A7CD-C4F3-A7AD-F6B5-FB9901E14D50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8;p75">
                <a:extLst>
                  <a:ext uri="{FF2B5EF4-FFF2-40B4-BE49-F238E27FC236}">
                    <a16:creationId xmlns:a16="http://schemas.microsoft.com/office/drawing/2014/main" id="{30CE7877-E6F3-641F-8078-F5D028BF5325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9269;p75">
              <a:extLst>
                <a:ext uri="{FF2B5EF4-FFF2-40B4-BE49-F238E27FC236}">
                  <a16:creationId xmlns:a16="http://schemas.microsoft.com/office/drawing/2014/main" id="{D2A33EB7-FEDE-20BD-B8D1-6D12B980A14B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9270;p75">
              <a:extLst>
                <a:ext uri="{FF2B5EF4-FFF2-40B4-BE49-F238E27FC236}">
                  <a16:creationId xmlns:a16="http://schemas.microsoft.com/office/drawing/2014/main" id="{DDE88D1D-4BAB-9B15-213A-19C92C4B0832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7" name="Google Shape;9271;p75">
                <a:extLst>
                  <a:ext uri="{FF2B5EF4-FFF2-40B4-BE49-F238E27FC236}">
                    <a16:creationId xmlns:a16="http://schemas.microsoft.com/office/drawing/2014/main" id="{8558D760-1A90-DA36-AE36-F32495E26E62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9272;p75">
                <a:extLst>
                  <a:ext uri="{FF2B5EF4-FFF2-40B4-BE49-F238E27FC236}">
                    <a16:creationId xmlns:a16="http://schemas.microsoft.com/office/drawing/2014/main" id="{61DC56A8-2F18-FCBD-6BA7-32B837D7A34C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4FCC6982-90FF-6ADB-AE37-095E18B2B50D}"/>
              </a:ext>
            </a:extLst>
          </p:cNvPr>
          <p:cNvSpPr txBox="1"/>
          <p:nvPr/>
        </p:nvSpPr>
        <p:spPr>
          <a:xfrm>
            <a:off x="1217051" y="1440496"/>
            <a:ext cx="6709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Thầy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lắng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nghe</a:t>
            </a:r>
            <a:endParaRPr lang="vi-VN" sz="4000" b="1" dirty="0">
              <a:solidFill>
                <a:srgbClr val="00206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9" name="Google Shape;1535;p44">
            <a:extLst>
              <a:ext uri="{FF2B5EF4-FFF2-40B4-BE49-F238E27FC236}">
                <a16:creationId xmlns:a16="http://schemas.microsoft.com/office/drawing/2014/main" id="{50418241-737A-FC1F-85BD-48374F1D0308}"/>
              </a:ext>
            </a:extLst>
          </p:cNvPr>
          <p:cNvGrpSpPr/>
          <p:nvPr/>
        </p:nvGrpSpPr>
        <p:grpSpPr>
          <a:xfrm>
            <a:off x="-564228" y="3188070"/>
            <a:ext cx="4176804" cy="1955430"/>
            <a:chOff x="-564500" y="1477273"/>
            <a:chExt cx="7031434" cy="3716657"/>
          </a:xfrm>
        </p:grpSpPr>
        <p:grpSp>
          <p:nvGrpSpPr>
            <p:cNvPr id="120" name="Google Shape;1536;p44">
              <a:extLst>
                <a:ext uri="{FF2B5EF4-FFF2-40B4-BE49-F238E27FC236}">
                  <a16:creationId xmlns:a16="http://schemas.microsoft.com/office/drawing/2014/main" id="{5C15CCF9-4103-0DC3-5F77-70CFA02A9BF7}"/>
                </a:ext>
              </a:extLst>
            </p:cNvPr>
            <p:cNvGrpSpPr/>
            <p:nvPr/>
          </p:nvGrpSpPr>
          <p:grpSpPr>
            <a:xfrm>
              <a:off x="904290" y="1477273"/>
              <a:ext cx="783133" cy="1070328"/>
              <a:chOff x="904290" y="1477273"/>
              <a:chExt cx="783133" cy="1070328"/>
            </a:xfrm>
          </p:grpSpPr>
          <p:sp>
            <p:nvSpPr>
              <p:cNvPr id="252" name="Google Shape;1537;p44">
                <a:extLst>
                  <a:ext uri="{FF2B5EF4-FFF2-40B4-BE49-F238E27FC236}">
                    <a16:creationId xmlns:a16="http://schemas.microsoft.com/office/drawing/2014/main" id="{265F9B42-A23D-F7EC-A036-213935DCBA96}"/>
                  </a:ext>
                </a:extLst>
              </p:cNvPr>
              <p:cNvSpPr/>
              <p:nvPr/>
            </p:nvSpPr>
            <p:spPr>
              <a:xfrm>
                <a:off x="954662" y="244825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" name="Google Shape;1538;p44">
                <a:extLst>
                  <a:ext uri="{FF2B5EF4-FFF2-40B4-BE49-F238E27FC236}">
                    <a16:creationId xmlns:a16="http://schemas.microsoft.com/office/drawing/2014/main" id="{0DA8E5A7-8448-F65D-D11B-1BC99393DDBF}"/>
                  </a:ext>
                </a:extLst>
              </p:cNvPr>
              <p:cNvGrpSpPr/>
              <p:nvPr/>
            </p:nvGrpSpPr>
            <p:grpSpPr>
              <a:xfrm>
                <a:off x="904290" y="1477273"/>
                <a:ext cx="114150" cy="114196"/>
                <a:chOff x="-685100" y="4136737"/>
                <a:chExt cx="38359" cy="38359"/>
              </a:xfrm>
            </p:grpSpPr>
            <p:sp>
              <p:nvSpPr>
                <p:cNvPr id="255" name="Google Shape;1539;p44">
                  <a:extLst>
                    <a:ext uri="{FF2B5EF4-FFF2-40B4-BE49-F238E27FC236}">
                      <a16:creationId xmlns:a16="http://schemas.microsoft.com/office/drawing/2014/main" id="{C7D871BD-903B-3DA9-519C-34E8FE141546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1540;p44">
                  <a:extLst>
                    <a:ext uri="{FF2B5EF4-FFF2-40B4-BE49-F238E27FC236}">
                      <a16:creationId xmlns:a16="http://schemas.microsoft.com/office/drawing/2014/main" id="{D9C212A9-E94A-832A-FAAB-395096912484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4" name="Google Shape;1541;p44">
                <a:extLst>
                  <a:ext uri="{FF2B5EF4-FFF2-40B4-BE49-F238E27FC236}">
                    <a16:creationId xmlns:a16="http://schemas.microsoft.com/office/drawing/2014/main" id="{28F06994-0B6A-C31D-6BC7-9ABB44246E50}"/>
                  </a:ext>
                </a:extLst>
              </p:cNvPr>
              <p:cNvSpPr/>
              <p:nvPr/>
            </p:nvSpPr>
            <p:spPr>
              <a:xfrm>
                <a:off x="1268290" y="2016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" name="Google Shape;1542;p44">
              <a:extLst>
                <a:ext uri="{FF2B5EF4-FFF2-40B4-BE49-F238E27FC236}">
                  <a16:creationId xmlns:a16="http://schemas.microsoft.com/office/drawing/2014/main" id="{F5347D23-D7D7-106D-3212-90432A84F8FB}"/>
                </a:ext>
              </a:extLst>
            </p:cNvPr>
            <p:cNvGrpSpPr/>
            <p:nvPr/>
          </p:nvGrpSpPr>
          <p:grpSpPr>
            <a:xfrm>
              <a:off x="-564500" y="1591470"/>
              <a:ext cx="7031434" cy="3602460"/>
              <a:chOff x="-564500" y="1591470"/>
              <a:chExt cx="7031434" cy="3602460"/>
            </a:xfrm>
          </p:grpSpPr>
          <p:sp>
            <p:nvSpPr>
              <p:cNvPr id="122" name="Google Shape;1543;p44">
                <a:extLst>
                  <a:ext uri="{FF2B5EF4-FFF2-40B4-BE49-F238E27FC236}">
                    <a16:creationId xmlns:a16="http://schemas.microsoft.com/office/drawing/2014/main" id="{B720850B-6434-FC4B-C94E-9854AF0DF394}"/>
                  </a:ext>
                </a:extLst>
              </p:cNvPr>
              <p:cNvSpPr/>
              <p:nvPr/>
            </p:nvSpPr>
            <p:spPr>
              <a:xfrm>
                <a:off x="-564500" y="2552900"/>
                <a:ext cx="7031434" cy="2641030"/>
              </a:xfrm>
              <a:custGeom>
                <a:avLst/>
                <a:gdLst/>
                <a:ahLst/>
                <a:cxnLst/>
                <a:rect l="l" t="t" r="r" b="b"/>
                <a:pathLst>
                  <a:path w="321584" h="120788" extrusionOk="0">
                    <a:moveTo>
                      <a:pt x="0" y="65800"/>
                    </a:moveTo>
                    <a:lnTo>
                      <a:pt x="112755" y="0"/>
                    </a:lnTo>
                    <a:lnTo>
                      <a:pt x="321584" y="120788"/>
                    </a:lnTo>
                    <a:lnTo>
                      <a:pt x="1853" y="12078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3" name="Google Shape;1544;p44">
                <a:extLst>
                  <a:ext uri="{FF2B5EF4-FFF2-40B4-BE49-F238E27FC236}">
                    <a16:creationId xmlns:a16="http://schemas.microsoft.com/office/drawing/2014/main" id="{35D0CAC5-8E66-92E3-66B5-846CF5FAD3CF}"/>
                  </a:ext>
                </a:extLst>
              </p:cNvPr>
              <p:cNvGrpSpPr/>
              <p:nvPr/>
            </p:nvGrpSpPr>
            <p:grpSpPr>
              <a:xfrm>
                <a:off x="369532" y="1591470"/>
                <a:ext cx="3279262" cy="2924703"/>
                <a:chOff x="-2400037" y="242162"/>
                <a:chExt cx="2075482" cy="1851078"/>
              </a:xfrm>
            </p:grpSpPr>
            <p:sp>
              <p:nvSpPr>
                <p:cNvPr id="124" name="Google Shape;1545;p44">
                  <a:extLst>
                    <a:ext uri="{FF2B5EF4-FFF2-40B4-BE49-F238E27FC236}">
                      <a16:creationId xmlns:a16="http://schemas.microsoft.com/office/drawing/2014/main" id="{07639B88-673A-0714-8AEB-F47FEEAD1DBB}"/>
                    </a:ext>
                  </a:extLst>
                </p:cNvPr>
                <p:cNvSpPr/>
                <p:nvPr/>
              </p:nvSpPr>
              <p:spPr>
                <a:xfrm>
                  <a:off x="-1078925" y="736525"/>
                  <a:ext cx="287400" cy="2073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546;p44">
                  <a:extLst>
                    <a:ext uri="{FF2B5EF4-FFF2-40B4-BE49-F238E27FC236}">
                      <a16:creationId xmlns:a16="http://schemas.microsoft.com/office/drawing/2014/main" id="{1365844B-4423-106C-A7B8-BA4754BDEED7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547;p44">
                  <a:extLst>
                    <a:ext uri="{FF2B5EF4-FFF2-40B4-BE49-F238E27FC236}">
                      <a16:creationId xmlns:a16="http://schemas.microsoft.com/office/drawing/2014/main" id="{4C35F00A-8F30-B13D-9F6B-A5B0C6ECBF49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548;p44">
                  <a:extLst>
                    <a:ext uri="{FF2B5EF4-FFF2-40B4-BE49-F238E27FC236}">
                      <a16:creationId xmlns:a16="http://schemas.microsoft.com/office/drawing/2014/main" id="{2756C168-0E9E-19CD-1010-0A4B162EDAE7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549;p44">
                  <a:extLst>
                    <a:ext uri="{FF2B5EF4-FFF2-40B4-BE49-F238E27FC236}">
                      <a16:creationId xmlns:a16="http://schemas.microsoft.com/office/drawing/2014/main" id="{16B3E1B5-C638-0D87-521D-10F7E7A447CF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550;p44">
                  <a:extLst>
                    <a:ext uri="{FF2B5EF4-FFF2-40B4-BE49-F238E27FC236}">
                      <a16:creationId xmlns:a16="http://schemas.microsoft.com/office/drawing/2014/main" id="{CF1C5A85-324F-72E1-DB4C-CAB3A0354206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551;p44">
                  <a:extLst>
                    <a:ext uri="{FF2B5EF4-FFF2-40B4-BE49-F238E27FC236}">
                      <a16:creationId xmlns:a16="http://schemas.microsoft.com/office/drawing/2014/main" id="{D7A48E97-2160-CE48-FDA4-BD4F821ACFDB}"/>
                    </a:ext>
                  </a:extLst>
                </p:cNvPr>
                <p:cNvSpPr/>
                <p:nvPr/>
              </p:nvSpPr>
              <p:spPr>
                <a:xfrm>
                  <a:off x="-1305108" y="245308"/>
                  <a:ext cx="828" cy="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8" extrusionOk="0">
                      <a:moveTo>
                        <a:pt x="9" y="1"/>
                      </a:moveTo>
                      <a:cubicBezTo>
                        <a:pt x="1" y="1"/>
                        <a:pt x="1" y="1"/>
                        <a:pt x="1" y="8"/>
                      </a:cubicBezTo>
                      <a:lnTo>
                        <a:pt x="9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552;p44">
                  <a:extLst>
                    <a:ext uri="{FF2B5EF4-FFF2-40B4-BE49-F238E27FC236}">
                      <a16:creationId xmlns:a16="http://schemas.microsoft.com/office/drawing/2014/main" id="{2314C5AC-3406-194F-63B8-F753ED0AB05A}"/>
                    </a:ext>
                  </a:extLst>
                </p:cNvPr>
                <p:cNvSpPr/>
                <p:nvPr/>
              </p:nvSpPr>
              <p:spPr>
                <a:xfrm>
                  <a:off x="-1305108" y="245308"/>
                  <a:ext cx="828" cy="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8" fill="none" extrusionOk="0">
                      <a:moveTo>
                        <a:pt x="9" y="1"/>
                      </a:moveTo>
                      <a:cubicBezTo>
                        <a:pt x="1" y="1"/>
                        <a:pt x="1" y="1"/>
                        <a:pt x="1" y="8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553;p44">
                  <a:extLst>
                    <a:ext uri="{FF2B5EF4-FFF2-40B4-BE49-F238E27FC236}">
                      <a16:creationId xmlns:a16="http://schemas.microsoft.com/office/drawing/2014/main" id="{DFDB6EA8-9C4D-970C-53D9-AE32B580E997}"/>
                    </a:ext>
                  </a:extLst>
                </p:cNvPr>
                <p:cNvSpPr/>
                <p:nvPr/>
              </p:nvSpPr>
              <p:spPr>
                <a:xfrm>
                  <a:off x="-1304363" y="242162"/>
                  <a:ext cx="979808" cy="1299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2" h="15688" extrusionOk="0">
                      <a:moveTo>
                        <a:pt x="218" y="0"/>
                      </a:moveTo>
                      <a:cubicBezTo>
                        <a:pt x="207" y="0"/>
                        <a:pt x="197" y="1"/>
                        <a:pt x="187" y="2"/>
                      </a:cubicBezTo>
                      <a:cubicBezTo>
                        <a:pt x="157" y="11"/>
                        <a:pt x="114" y="18"/>
                        <a:pt x="71" y="25"/>
                      </a:cubicBezTo>
                      <a:cubicBezTo>
                        <a:pt x="64" y="25"/>
                        <a:pt x="57" y="32"/>
                        <a:pt x="50" y="32"/>
                      </a:cubicBezTo>
                      <a:cubicBezTo>
                        <a:pt x="28" y="32"/>
                        <a:pt x="14" y="39"/>
                        <a:pt x="0" y="39"/>
                      </a:cubicBezTo>
                      <a:lnTo>
                        <a:pt x="35" y="39"/>
                      </a:lnTo>
                      <a:cubicBezTo>
                        <a:pt x="50" y="39"/>
                        <a:pt x="64" y="39"/>
                        <a:pt x="86" y="46"/>
                      </a:cubicBezTo>
                      <a:cubicBezTo>
                        <a:pt x="100" y="54"/>
                        <a:pt x="121" y="61"/>
                        <a:pt x="136" y="68"/>
                      </a:cubicBezTo>
                      <a:lnTo>
                        <a:pt x="11436" y="6587"/>
                      </a:lnTo>
                      <a:cubicBezTo>
                        <a:pt x="11565" y="6667"/>
                        <a:pt x="11645" y="6868"/>
                        <a:pt x="11602" y="7032"/>
                      </a:cubicBezTo>
                      <a:lnTo>
                        <a:pt x="9488" y="15494"/>
                      </a:lnTo>
                      <a:cubicBezTo>
                        <a:pt x="9480" y="15508"/>
                        <a:pt x="9480" y="15515"/>
                        <a:pt x="9480" y="15522"/>
                      </a:cubicBezTo>
                      <a:cubicBezTo>
                        <a:pt x="9473" y="15528"/>
                        <a:pt x="9473" y="15537"/>
                        <a:pt x="9473" y="15537"/>
                      </a:cubicBezTo>
                      <a:lnTo>
                        <a:pt x="9473" y="15544"/>
                      </a:lnTo>
                      <a:cubicBezTo>
                        <a:pt x="9466" y="15551"/>
                        <a:pt x="9466" y="15558"/>
                        <a:pt x="9459" y="15572"/>
                      </a:cubicBezTo>
                      <a:cubicBezTo>
                        <a:pt x="9452" y="15580"/>
                        <a:pt x="9452" y="15587"/>
                        <a:pt x="9445" y="15594"/>
                      </a:cubicBezTo>
                      <a:cubicBezTo>
                        <a:pt x="9430" y="15615"/>
                        <a:pt x="9416" y="15637"/>
                        <a:pt x="9393" y="15651"/>
                      </a:cubicBezTo>
                      <a:cubicBezTo>
                        <a:pt x="9387" y="15651"/>
                        <a:pt x="9387" y="15658"/>
                        <a:pt x="9380" y="15658"/>
                      </a:cubicBezTo>
                      <a:cubicBezTo>
                        <a:pt x="9380" y="15666"/>
                        <a:pt x="9373" y="15666"/>
                        <a:pt x="9366" y="15666"/>
                      </a:cubicBezTo>
                      <a:cubicBezTo>
                        <a:pt x="9359" y="15673"/>
                        <a:pt x="9350" y="15680"/>
                        <a:pt x="9337" y="15680"/>
                      </a:cubicBezTo>
                      <a:cubicBezTo>
                        <a:pt x="9335" y="15682"/>
                        <a:pt x="9333" y="15683"/>
                        <a:pt x="9331" y="15684"/>
                      </a:cubicBezTo>
                      <a:lnTo>
                        <a:pt x="9331" y="15684"/>
                      </a:lnTo>
                      <a:cubicBezTo>
                        <a:pt x="9388" y="15677"/>
                        <a:pt x="9444" y="15665"/>
                        <a:pt x="9495" y="15651"/>
                      </a:cubicBezTo>
                      <a:cubicBezTo>
                        <a:pt x="9581" y="15637"/>
                        <a:pt x="9645" y="15565"/>
                        <a:pt x="9675" y="15458"/>
                      </a:cubicBezTo>
                      <a:lnTo>
                        <a:pt x="11788" y="6998"/>
                      </a:lnTo>
                      <a:cubicBezTo>
                        <a:pt x="11831" y="6832"/>
                        <a:pt x="11759" y="6630"/>
                        <a:pt x="11622" y="6551"/>
                      </a:cubicBezTo>
                      <a:lnTo>
                        <a:pt x="330" y="32"/>
                      </a:lnTo>
                      <a:cubicBezTo>
                        <a:pt x="291" y="9"/>
                        <a:pt x="253" y="0"/>
                        <a:pt x="218" y="0"/>
                      </a:cubicBezTo>
                      <a:close/>
                      <a:moveTo>
                        <a:pt x="9331" y="15684"/>
                      </a:moveTo>
                      <a:cubicBezTo>
                        <a:pt x="9323" y="15685"/>
                        <a:pt x="9315" y="15686"/>
                        <a:pt x="9307" y="15687"/>
                      </a:cubicBezTo>
                      <a:cubicBezTo>
                        <a:pt x="9319" y="15687"/>
                        <a:pt x="9325" y="15687"/>
                        <a:pt x="9331" y="1568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554;p44">
                  <a:extLst>
                    <a:ext uri="{FF2B5EF4-FFF2-40B4-BE49-F238E27FC236}">
                      <a16:creationId xmlns:a16="http://schemas.microsoft.com/office/drawing/2014/main" id="{FC9AB33E-2199-DFF5-AA8E-39556BFBA014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555;p44">
                  <a:extLst>
                    <a:ext uri="{FF2B5EF4-FFF2-40B4-BE49-F238E27FC236}">
                      <a16:creationId xmlns:a16="http://schemas.microsoft.com/office/drawing/2014/main" id="{7BD2948C-7C9D-009F-B250-BCB9ABFF0FB4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556;p44">
                  <a:extLst>
                    <a:ext uri="{FF2B5EF4-FFF2-40B4-BE49-F238E27FC236}">
                      <a16:creationId xmlns:a16="http://schemas.microsoft.com/office/drawing/2014/main" id="{BC3995C4-81C8-FA8F-4111-D5CE6D7F0FFD}"/>
                    </a:ext>
                  </a:extLst>
                </p:cNvPr>
                <p:cNvSpPr/>
                <p:nvPr/>
              </p:nvSpPr>
              <p:spPr>
                <a:xfrm>
                  <a:off x="-2073513" y="1331048"/>
                  <a:ext cx="1538775" cy="57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2" h="6975" extrusionOk="0">
                      <a:moveTo>
                        <a:pt x="7" y="1"/>
                      </a:moveTo>
                      <a:lnTo>
                        <a:pt x="7" y="252"/>
                      </a:lnTo>
                      <a:cubicBezTo>
                        <a:pt x="0" y="302"/>
                        <a:pt x="36" y="352"/>
                        <a:pt x="102" y="396"/>
                      </a:cubicBezTo>
                      <a:lnTo>
                        <a:pt x="11401" y="6916"/>
                      </a:lnTo>
                      <a:cubicBezTo>
                        <a:pt x="11466" y="6955"/>
                        <a:pt x="11552" y="6975"/>
                        <a:pt x="11640" y="6975"/>
                      </a:cubicBezTo>
                      <a:cubicBezTo>
                        <a:pt x="11727" y="6975"/>
                        <a:pt x="11815" y="6955"/>
                        <a:pt x="11883" y="6916"/>
                      </a:cubicBezTo>
                      <a:lnTo>
                        <a:pt x="18481" y="3078"/>
                      </a:lnTo>
                      <a:cubicBezTo>
                        <a:pt x="18552" y="3042"/>
                        <a:pt x="18581" y="2992"/>
                        <a:pt x="18581" y="2940"/>
                      </a:cubicBezTo>
                      <a:lnTo>
                        <a:pt x="18581" y="2545"/>
                      </a:lnTo>
                      <a:lnTo>
                        <a:pt x="18568" y="2545"/>
                      </a:lnTo>
                      <a:cubicBezTo>
                        <a:pt x="18545" y="2574"/>
                        <a:pt x="18524" y="2595"/>
                        <a:pt x="18488" y="2618"/>
                      </a:cubicBezTo>
                      <a:lnTo>
                        <a:pt x="11883" y="6665"/>
                      </a:lnTo>
                      <a:cubicBezTo>
                        <a:pt x="11818" y="6700"/>
                        <a:pt x="11730" y="6718"/>
                        <a:pt x="11642" y="6718"/>
                      </a:cubicBezTo>
                      <a:cubicBezTo>
                        <a:pt x="11554" y="6718"/>
                        <a:pt x="11466" y="6700"/>
                        <a:pt x="11401" y="6665"/>
                      </a:cubicBezTo>
                      <a:lnTo>
                        <a:pt x="109" y="137"/>
                      </a:lnTo>
                      <a:cubicBezTo>
                        <a:pt x="93" y="130"/>
                        <a:pt x="80" y="123"/>
                        <a:pt x="73" y="116"/>
                      </a:cubicBezTo>
                      <a:cubicBezTo>
                        <a:pt x="66" y="109"/>
                        <a:pt x="59" y="109"/>
                        <a:pt x="59" y="102"/>
                      </a:cubicBezTo>
                      <a:cubicBezTo>
                        <a:pt x="50" y="102"/>
                        <a:pt x="50" y="94"/>
                        <a:pt x="43" y="94"/>
                      </a:cubicBezTo>
                      <a:cubicBezTo>
                        <a:pt x="16" y="66"/>
                        <a:pt x="7" y="30"/>
                        <a:pt x="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557;p44">
                  <a:extLst>
                    <a:ext uri="{FF2B5EF4-FFF2-40B4-BE49-F238E27FC236}">
                      <a16:creationId xmlns:a16="http://schemas.microsoft.com/office/drawing/2014/main" id="{33CCACCA-A1EF-68DB-67DC-614F1F19E3C9}"/>
                    </a:ext>
                  </a:extLst>
                </p:cNvPr>
                <p:cNvSpPr/>
                <p:nvPr/>
              </p:nvSpPr>
              <p:spPr>
                <a:xfrm>
                  <a:off x="-2072933" y="980094"/>
                  <a:ext cx="1537036" cy="907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1" h="10956" extrusionOk="0">
                      <a:moveTo>
                        <a:pt x="6729" y="518"/>
                      </a:moveTo>
                      <a:cubicBezTo>
                        <a:pt x="6775" y="518"/>
                        <a:pt x="6822" y="527"/>
                        <a:pt x="6857" y="545"/>
                      </a:cubicBezTo>
                      <a:lnTo>
                        <a:pt x="7225" y="761"/>
                      </a:lnTo>
                      <a:cubicBezTo>
                        <a:pt x="7297" y="804"/>
                        <a:pt x="7297" y="868"/>
                        <a:pt x="7225" y="911"/>
                      </a:cubicBezTo>
                      <a:lnTo>
                        <a:pt x="7175" y="940"/>
                      </a:lnTo>
                      <a:cubicBezTo>
                        <a:pt x="7139" y="962"/>
                        <a:pt x="7092" y="972"/>
                        <a:pt x="7045" y="972"/>
                      </a:cubicBezTo>
                      <a:cubicBezTo>
                        <a:pt x="6998" y="972"/>
                        <a:pt x="6951" y="962"/>
                        <a:pt x="6916" y="940"/>
                      </a:cubicBezTo>
                      <a:lnTo>
                        <a:pt x="6549" y="731"/>
                      </a:lnTo>
                      <a:cubicBezTo>
                        <a:pt x="6478" y="688"/>
                        <a:pt x="6478" y="616"/>
                        <a:pt x="6549" y="573"/>
                      </a:cubicBezTo>
                      <a:lnTo>
                        <a:pt x="6599" y="545"/>
                      </a:lnTo>
                      <a:cubicBezTo>
                        <a:pt x="6635" y="527"/>
                        <a:pt x="6682" y="518"/>
                        <a:pt x="6729" y="518"/>
                      </a:cubicBezTo>
                      <a:close/>
                      <a:moveTo>
                        <a:pt x="6294" y="769"/>
                      </a:moveTo>
                      <a:cubicBezTo>
                        <a:pt x="6342" y="769"/>
                        <a:pt x="6391" y="778"/>
                        <a:pt x="6426" y="795"/>
                      </a:cubicBezTo>
                      <a:lnTo>
                        <a:pt x="6794" y="1011"/>
                      </a:lnTo>
                      <a:cubicBezTo>
                        <a:pt x="6866" y="1054"/>
                        <a:pt x="6866" y="1120"/>
                        <a:pt x="6794" y="1163"/>
                      </a:cubicBezTo>
                      <a:lnTo>
                        <a:pt x="6492" y="1335"/>
                      </a:lnTo>
                      <a:cubicBezTo>
                        <a:pt x="6455" y="1357"/>
                        <a:pt x="6409" y="1368"/>
                        <a:pt x="6362" y="1368"/>
                      </a:cubicBezTo>
                      <a:cubicBezTo>
                        <a:pt x="6316" y="1368"/>
                        <a:pt x="6269" y="1357"/>
                        <a:pt x="6233" y="1335"/>
                      </a:cubicBezTo>
                      <a:lnTo>
                        <a:pt x="5865" y="1126"/>
                      </a:lnTo>
                      <a:cubicBezTo>
                        <a:pt x="5795" y="1083"/>
                        <a:pt x="5795" y="1011"/>
                        <a:pt x="5865" y="976"/>
                      </a:cubicBezTo>
                      <a:lnTo>
                        <a:pt x="6160" y="795"/>
                      </a:lnTo>
                      <a:cubicBezTo>
                        <a:pt x="6197" y="778"/>
                        <a:pt x="6245" y="769"/>
                        <a:pt x="6294" y="769"/>
                      </a:cubicBezTo>
                      <a:close/>
                      <a:moveTo>
                        <a:pt x="7473" y="944"/>
                      </a:moveTo>
                      <a:cubicBezTo>
                        <a:pt x="7521" y="944"/>
                        <a:pt x="7570" y="955"/>
                        <a:pt x="7606" y="976"/>
                      </a:cubicBezTo>
                      <a:lnTo>
                        <a:pt x="7944" y="1170"/>
                      </a:lnTo>
                      <a:cubicBezTo>
                        <a:pt x="8015" y="1213"/>
                        <a:pt x="8015" y="1285"/>
                        <a:pt x="7944" y="1321"/>
                      </a:cubicBezTo>
                      <a:lnTo>
                        <a:pt x="7892" y="1349"/>
                      </a:lnTo>
                      <a:cubicBezTo>
                        <a:pt x="7857" y="1371"/>
                        <a:pt x="7811" y="1381"/>
                        <a:pt x="7764" y="1381"/>
                      </a:cubicBezTo>
                      <a:cubicBezTo>
                        <a:pt x="7717" y="1381"/>
                        <a:pt x="7670" y="1371"/>
                        <a:pt x="7634" y="1349"/>
                      </a:cubicBezTo>
                      <a:lnTo>
                        <a:pt x="7297" y="1156"/>
                      </a:lnTo>
                      <a:cubicBezTo>
                        <a:pt x="7225" y="1120"/>
                        <a:pt x="7225" y="1047"/>
                        <a:pt x="7297" y="1004"/>
                      </a:cubicBezTo>
                      <a:lnTo>
                        <a:pt x="7340" y="976"/>
                      </a:lnTo>
                      <a:cubicBezTo>
                        <a:pt x="7376" y="955"/>
                        <a:pt x="7424" y="944"/>
                        <a:pt x="7473" y="944"/>
                      </a:cubicBezTo>
                      <a:close/>
                      <a:moveTo>
                        <a:pt x="8192" y="1360"/>
                      </a:moveTo>
                      <a:cubicBezTo>
                        <a:pt x="8240" y="1360"/>
                        <a:pt x="8288" y="1371"/>
                        <a:pt x="8324" y="1392"/>
                      </a:cubicBezTo>
                      <a:lnTo>
                        <a:pt x="8619" y="1565"/>
                      </a:lnTo>
                      <a:cubicBezTo>
                        <a:pt x="8691" y="1608"/>
                        <a:pt x="8691" y="1673"/>
                        <a:pt x="8619" y="1716"/>
                      </a:cubicBezTo>
                      <a:lnTo>
                        <a:pt x="8576" y="1744"/>
                      </a:lnTo>
                      <a:cubicBezTo>
                        <a:pt x="8540" y="1766"/>
                        <a:pt x="8492" y="1776"/>
                        <a:pt x="8443" y="1776"/>
                      </a:cubicBezTo>
                      <a:cubicBezTo>
                        <a:pt x="8395" y="1776"/>
                        <a:pt x="8346" y="1766"/>
                        <a:pt x="8310" y="1744"/>
                      </a:cubicBezTo>
                      <a:lnTo>
                        <a:pt x="8008" y="1572"/>
                      </a:lnTo>
                      <a:cubicBezTo>
                        <a:pt x="7936" y="1528"/>
                        <a:pt x="7936" y="1465"/>
                        <a:pt x="8008" y="1421"/>
                      </a:cubicBezTo>
                      <a:lnTo>
                        <a:pt x="8058" y="1392"/>
                      </a:lnTo>
                      <a:cubicBezTo>
                        <a:pt x="8094" y="1371"/>
                        <a:pt x="8143" y="1360"/>
                        <a:pt x="8192" y="1360"/>
                      </a:cubicBezTo>
                      <a:close/>
                      <a:moveTo>
                        <a:pt x="7041" y="1194"/>
                      </a:moveTo>
                      <a:cubicBezTo>
                        <a:pt x="7090" y="1194"/>
                        <a:pt x="7139" y="1205"/>
                        <a:pt x="7175" y="1226"/>
                      </a:cubicBezTo>
                      <a:lnTo>
                        <a:pt x="7513" y="1421"/>
                      </a:lnTo>
                      <a:cubicBezTo>
                        <a:pt x="7584" y="1465"/>
                        <a:pt x="7584" y="1537"/>
                        <a:pt x="7513" y="1572"/>
                      </a:cubicBezTo>
                      <a:lnTo>
                        <a:pt x="7211" y="1753"/>
                      </a:lnTo>
                      <a:cubicBezTo>
                        <a:pt x="7175" y="1770"/>
                        <a:pt x="7128" y="1779"/>
                        <a:pt x="7081" y="1779"/>
                      </a:cubicBezTo>
                      <a:cubicBezTo>
                        <a:pt x="7034" y="1779"/>
                        <a:pt x="6988" y="1770"/>
                        <a:pt x="6952" y="1753"/>
                      </a:cubicBezTo>
                      <a:lnTo>
                        <a:pt x="6614" y="1558"/>
                      </a:lnTo>
                      <a:cubicBezTo>
                        <a:pt x="6542" y="1515"/>
                        <a:pt x="6542" y="1442"/>
                        <a:pt x="6614" y="1399"/>
                      </a:cubicBezTo>
                      <a:lnTo>
                        <a:pt x="6909" y="1226"/>
                      </a:lnTo>
                      <a:cubicBezTo>
                        <a:pt x="6945" y="1205"/>
                        <a:pt x="6993" y="1194"/>
                        <a:pt x="7041" y="1194"/>
                      </a:cubicBezTo>
                      <a:close/>
                      <a:moveTo>
                        <a:pt x="5618" y="1160"/>
                      </a:moveTo>
                      <a:cubicBezTo>
                        <a:pt x="5667" y="1160"/>
                        <a:pt x="5715" y="1170"/>
                        <a:pt x="5752" y="1192"/>
                      </a:cubicBezTo>
                      <a:lnTo>
                        <a:pt x="6297" y="1508"/>
                      </a:lnTo>
                      <a:cubicBezTo>
                        <a:pt x="6369" y="1551"/>
                        <a:pt x="6369" y="1615"/>
                        <a:pt x="6297" y="1658"/>
                      </a:cubicBezTo>
                      <a:lnTo>
                        <a:pt x="5967" y="1853"/>
                      </a:lnTo>
                      <a:cubicBezTo>
                        <a:pt x="5928" y="1874"/>
                        <a:pt x="5879" y="1885"/>
                        <a:pt x="5831" y="1885"/>
                      </a:cubicBezTo>
                      <a:cubicBezTo>
                        <a:pt x="5784" y="1885"/>
                        <a:pt x="5737" y="1874"/>
                        <a:pt x="5702" y="1853"/>
                      </a:cubicBezTo>
                      <a:lnTo>
                        <a:pt x="5155" y="1537"/>
                      </a:lnTo>
                      <a:cubicBezTo>
                        <a:pt x="5082" y="1501"/>
                        <a:pt x="5082" y="1428"/>
                        <a:pt x="5155" y="1385"/>
                      </a:cubicBezTo>
                      <a:lnTo>
                        <a:pt x="5486" y="1192"/>
                      </a:lnTo>
                      <a:cubicBezTo>
                        <a:pt x="5521" y="1170"/>
                        <a:pt x="5570" y="1160"/>
                        <a:pt x="5618" y="1160"/>
                      </a:cubicBezTo>
                      <a:close/>
                      <a:moveTo>
                        <a:pt x="7758" y="1612"/>
                      </a:moveTo>
                      <a:cubicBezTo>
                        <a:pt x="7805" y="1612"/>
                        <a:pt x="7854" y="1622"/>
                        <a:pt x="7892" y="1644"/>
                      </a:cubicBezTo>
                      <a:lnTo>
                        <a:pt x="8187" y="1816"/>
                      </a:lnTo>
                      <a:cubicBezTo>
                        <a:pt x="8260" y="1860"/>
                        <a:pt x="8260" y="1925"/>
                        <a:pt x="8187" y="1968"/>
                      </a:cubicBezTo>
                      <a:lnTo>
                        <a:pt x="7892" y="2141"/>
                      </a:lnTo>
                      <a:cubicBezTo>
                        <a:pt x="7857" y="2162"/>
                        <a:pt x="7809" y="2173"/>
                        <a:pt x="7760" y="2173"/>
                      </a:cubicBezTo>
                      <a:cubicBezTo>
                        <a:pt x="7712" y="2173"/>
                        <a:pt x="7663" y="2162"/>
                        <a:pt x="7627" y="2141"/>
                      </a:cubicBezTo>
                      <a:lnTo>
                        <a:pt x="7325" y="1968"/>
                      </a:lnTo>
                      <a:cubicBezTo>
                        <a:pt x="7254" y="1925"/>
                        <a:pt x="7254" y="1860"/>
                        <a:pt x="7325" y="1816"/>
                      </a:cubicBezTo>
                      <a:lnTo>
                        <a:pt x="7627" y="1644"/>
                      </a:lnTo>
                      <a:cubicBezTo>
                        <a:pt x="7663" y="1622"/>
                        <a:pt x="7710" y="1612"/>
                        <a:pt x="7758" y="1612"/>
                      </a:cubicBezTo>
                      <a:close/>
                      <a:moveTo>
                        <a:pt x="8870" y="1748"/>
                      </a:moveTo>
                      <a:cubicBezTo>
                        <a:pt x="8917" y="1748"/>
                        <a:pt x="8964" y="1759"/>
                        <a:pt x="9000" y="1780"/>
                      </a:cubicBezTo>
                      <a:lnTo>
                        <a:pt x="9309" y="1960"/>
                      </a:lnTo>
                      <a:cubicBezTo>
                        <a:pt x="9381" y="2003"/>
                        <a:pt x="9388" y="2075"/>
                        <a:pt x="9309" y="2118"/>
                      </a:cubicBezTo>
                      <a:lnTo>
                        <a:pt x="9266" y="2141"/>
                      </a:lnTo>
                      <a:cubicBezTo>
                        <a:pt x="9230" y="2162"/>
                        <a:pt x="9182" y="2173"/>
                        <a:pt x="9133" y="2173"/>
                      </a:cubicBezTo>
                      <a:cubicBezTo>
                        <a:pt x="9085" y="2173"/>
                        <a:pt x="9036" y="2162"/>
                        <a:pt x="9000" y="2141"/>
                      </a:cubicBezTo>
                      <a:lnTo>
                        <a:pt x="8691" y="1960"/>
                      </a:lnTo>
                      <a:cubicBezTo>
                        <a:pt x="8619" y="1925"/>
                        <a:pt x="8619" y="1853"/>
                        <a:pt x="8691" y="1810"/>
                      </a:cubicBezTo>
                      <a:lnTo>
                        <a:pt x="8734" y="1780"/>
                      </a:lnTo>
                      <a:cubicBezTo>
                        <a:pt x="8774" y="1759"/>
                        <a:pt x="8822" y="1748"/>
                        <a:pt x="8870" y="1748"/>
                      </a:cubicBezTo>
                      <a:close/>
                      <a:moveTo>
                        <a:pt x="6546" y="1696"/>
                      </a:moveTo>
                      <a:cubicBezTo>
                        <a:pt x="6594" y="1696"/>
                        <a:pt x="6643" y="1705"/>
                        <a:pt x="6678" y="1723"/>
                      </a:cubicBezTo>
                      <a:lnTo>
                        <a:pt x="7016" y="1925"/>
                      </a:lnTo>
                      <a:cubicBezTo>
                        <a:pt x="7089" y="1960"/>
                        <a:pt x="7089" y="2032"/>
                        <a:pt x="7016" y="2075"/>
                      </a:cubicBezTo>
                      <a:lnTo>
                        <a:pt x="6678" y="2270"/>
                      </a:lnTo>
                      <a:cubicBezTo>
                        <a:pt x="6643" y="2292"/>
                        <a:pt x="6596" y="2303"/>
                        <a:pt x="6549" y="2303"/>
                      </a:cubicBezTo>
                      <a:cubicBezTo>
                        <a:pt x="6502" y="2303"/>
                        <a:pt x="6455" y="2292"/>
                        <a:pt x="6419" y="2270"/>
                      </a:cubicBezTo>
                      <a:lnTo>
                        <a:pt x="6081" y="2075"/>
                      </a:lnTo>
                      <a:cubicBezTo>
                        <a:pt x="6010" y="2032"/>
                        <a:pt x="6010" y="1960"/>
                        <a:pt x="6081" y="1925"/>
                      </a:cubicBezTo>
                      <a:lnTo>
                        <a:pt x="6412" y="1723"/>
                      </a:lnTo>
                      <a:cubicBezTo>
                        <a:pt x="6449" y="1705"/>
                        <a:pt x="6497" y="1696"/>
                        <a:pt x="6546" y="1696"/>
                      </a:cubicBezTo>
                      <a:close/>
                      <a:moveTo>
                        <a:pt x="4907" y="1575"/>
                      </a:moveTo>
                      <a:cubicBezTo>
                        <a:pt x="4955" y="1575"/>
                        <a:pt x="5004" y="1586"/>
                        <a:pt x="5039" y="1608"/>
                      </a:cubicBezTo>
                      <a:lnTo>
                        <a:pt x="5822" y="2061"/>
                      </a:lnTo>
                      <a:cubicBezTo>
                        <a:pt x="5895" y="2105"/>
                        <a:pt x="5895" y="2168"/>
                        <a:pt x="5822" y="2212"/>
                      </a:cubicBezTo>
                      <a:lnTo>
                        <a:pt x="5529" y="2384"/>
                      </a:lnTo>
                      <a:cubicBezTo>
                        <a:pt x="5493" y="2406"/>
                        <a:pt x="5446" y="2416"/>
                        <a:pt x="5399" y="2416"/>
                      </a:cubicBezTo>
                      <a:cubicBezTo>
                        <a:pt x="5352" y="2416"/>
                        <a:pt x="5306" y="2406"/>
                        <a:pt x="5270" y="2384"/>
                      </a:cubicBezTo>
                      <a:lnTo>
                        <a:pt x="4478" y="1932"/>
                      </a:lnTo>
                      <a:cubicBezTo>
                        <a:pt x="4408" y="1889"/>
                        <a:pt x="4408" y="1816"/>
                        <a:pt x="4478" y="1780"/>
                      </a:cubicBezTo>
                      <a:lnTo>
                        <a:pt x="4773" y="1608"/>
                      </a:lnTo>
                      <a:cubicBezTo>
                        <a:pt x="4810" y="1586"/>
                        <a:pt x="4858" y="1575"/>
                        <a:pt x="4907" y="1575"/>
                      </a:cubicBezTo>
                      <a:close/>
                      <a:moveTo>
                        <a:pt x="8436" y="2005"/>
                      </a:moveTo>
                      <a:cubicBezTo>
                        <a:pt x="8484" y="2005"/>
                        <a:pt x="8532" y="2014"/>
                        <a:pt x="8569" y="2032"/>
                      </a:cubicBezTo>
                      <a:lnTo>
                        <a:pt x="8878" y="2212"/>
                      </a:lnTo>
                      <a:cubicBezTo>
                        <a:pt x="8950" y="2255"/>
                        <a:pt x="8950" y="2327"/>
                        <a:pt x="8878" y="2363"/>
                      </a:cubicBezTo>
                      <a:lnTo>
                        <a:pt x="8583" y="2543"/>
                      </a:lnTo>
                      <a:cubicBezTo>
                        <a:pt x="8547" y="2561"/>
                        <a:pt x="8499" y="2570"/>
                        <a:pt x="8450" y="2570"/>
                      </a:cubicBezTo>
                      <a:cubicBezTo>
                        <a:pt x="8402" y="2570"/>
                        <a:pt x="8353" y="2561"/>
                        <a:pt x="8317" y="2543"/>
                      </a:cubicBezTo>
                      <a:lnTo>
                        <a:pt x="8008" y="2363"/>
                      </a:lnTo>
                      <a:cubicBezTo>
                        <a:pt x="7936" y="2320"/>
                        <a:pt x="7936" y="2248"/>
                        <a:pt x="8008" y="2205"/>
                      </a:cubicBezTo>
                      <a:lnTo>
                        <a:pt x="8303" y="2032"/>
                      </a:lnTo>
                      <a:cubicBezTo>
                        <a:pt x="8339" y="2014"/>
                        <a:pt x="8388" y="2005"/>
                        <a:pt x="8436" y="2005"/>
                      </a:cubicBezTo>
                      <a:close/>
                      <a:moveTo>
                        <a:pt x="9561" y="2152"/>
                      </a:moveTo>
                      <a:cubicBezTo>
                        <a:pt x="9607" y="2152"/>
                        <a:pt x="9654" y="2162"/>
                        <a:pt x="9690" y="2184"/>
                      </a:cubicBezTo>
                      <a:lnTo>
                        <a:pt x="9999" y="2356"/>
                      </a:lnTo>
                      <a:cubicBezTo>
                        <a:pt x="10071" y="2400"/>
                        <a:pt x="10071" y="2470"/>
                        <a:pt x="9999" y="2513"/>
                      </a:cubicBezTo>
                      <a:lnTo>
                        <a:pt x="9949" y="2543"/>
                      </a:lnTo>
                      <a:cubicBezTo>
                        <a:pt x="9913" y="2561"/>
                        <a:pt x="9866" y="2570"/>
                        <a:pt x="9819" y="2570"/>
                      </a:cubicBezTo>
                      <a:cubicBezTo>
                        <a:pt x="9773" y="2570"/>
                        <a:pt x="9726" y="2561"/>
                        <a:pt x="9690" y="2543"/>
                      </a:cubicBezTo>
                      <a:lnTo>
                        <a:pt x="9381" y="2363"/>
                      </a:lnTo>
                      <a:cubicBezTo>
                        <a:pt x="9309" y="2320"/>
                        <a:pt x="9309" y="2255"/>
                        <a:pt x="9381" y="2212"/>
                      </a:cubicBezTo>
                      <a:lnTo>
                        <a:pt x="9431" y="2184"/>
                      </a:lnTo>
                      <a:cubicBezTo>
                        <a:pt x="9468" y="2162"/>
                        <a:pt x="9514" y="2152"/>
                        <a:pt x="9561" y="2152"/>
                      </a:cubicBezTo>
                      <a:close/>
                      <a:moveTo>
                        <a:pt x="7261" y="2108"/>
                      </a:moveTo>
                      <a:cubicBezTo>
                        <a:pt x="7309" y="2108"/>
                        <a:pt x="7358" y="2119"/>
                        <a:pt x="7397" y="2141"/>
                      </a:cubicBezTo>
                      <a:lnTo>
                        <a:pt x="7692" y="2313"/>
                      </a:lnTo>
                      <a:cubicBezTo>
                        <a:pt x="7763" y="2356"/>
                        <a:pt x="7763" y="2420"/>
                        <a:pt x="7692" y="2463"/>
                      </a:cubicBezTo>
                      <a:lnTo>
                        <a:pt x="7361" y="2658"/>
                      </a:lnTo>
                      <a:cubicBezTo>
                        <a:pt x="7325" y="2680"/>
                        <a:pt x="7277" y="2691"/>
                        <a:pt x="7228" y="2691"/>
                      </a:cubicBezTo>
                      <a:cubicBezTo>
                        <a:pt x="7180" y="2691"/>
                        <a:pt x="7132" y="2680"/>
                        <a:pt x="7095" y="2658"/>
                      </a:cubicBezTo>
                      <a:lnTo>
                        <a:pt x="6800" y="2486"/>
                      </a:lnTo>
                      <a:cubicBezTo>
                        <a:pt x="6721" y="2443"/>
                        <a:pt x="6721" y="2377"/>
                        <a:pt x="6794" y="2334"/>
                      </a:cubicBezTo>
                      <a:lnTo>
                        <a:pt x="7132" y="2141"/>
                      </a:lnTo>
                      <a:cubicBezTo>
                        <a:pt x="7167" y="2119"/>
                        <a:pt x="7214" y="2108"/>
                        <a:pt x="7261" y="2108"/>
                      </a:cubicBezTo>
                      <a:close/>
                      <a:moveTo>
                        <a:pt x="6075" y="2250"/>
                      </a:moveTo>
                      <a:cubicBezTo>
                        <a:pt x="6122" y="2250"/>
                        <a:pt x="6168" y="2259"/>
                        <a:pt x="6204" y="2277"/>
                      </a:cubicBezTo>
                      <a:lnTo>
                        <a:pt x="6542" y="2470"/>
                      </a:lnTo>
                      <a:cubicBezTo>
                        <a:pt x="6614" y="2513"/>
                        <a:pt x="6614" y="2586"/>
                        <a:pt x="6542" y="2629"/>
                      </a:cubicBezTo>
                      <a:lnTo>
                        <a:pt x="6247" y="2802"/>
                      </a:lnTo>
                      <a:cubicBezTo>
                        <a:pt x="6211" y="2820"/>
                        <a:pt x="6163" y="2829"/>
                        <a:pt x="6115" y="2829"/>
                      </a:cubicBezTo>
                      <a:cubicBezTo>
                        <a:pt x="6066" y="2829"/>
                        <a:pt x="6017" y="2820"/>
                        <a:pt x="5981" y="2802"/>
                      </a:cubicBezTo>
                      <a:lnTo>
                        <a:pt x="5650" y="2600"/>
                      </a:lnTo>
                      <a:cubicBezTo>
                        <a:pt x="5572" y="2563"/>
                        <a:pt x="5572" y="2493"/>
                        <a:pt x="5643" y="2450"/>
                      </a:cubicBezTo>
                      <a:lnTo>
                        <a:pt x="5945" y="2277"/>
                      </a:lnTo>
                      <a:cubicBezTo>
                        <a:pt x="5981" y="2259"/>
                        <a:pt x="6028" y="2250"/>
                        <a:pt x="6075" y="2250"/>
                      </a:cubicBezTo>
                      <a:close/>
                      <a:moveTo>
                        <a:pt x="9126" y="2402"/>
                      </a:moveTo>
                      <a:cubicBezTo>
                        <a:pt x="9174" y="2402"/>
                        <a:pt x="9223" y="2413"/>
                        <a:pt x="9259" y="2434"/>
                      </a:cubicBezTo>
                      <a:lnTo>
                        <a:pt x="9568" y="2607"/>
                      </a:lnTo>
                      <a:cubicBezTo>
                        <a:pt x="9640" y="2650"/>
                        <a:pt x="9640" y="2722"/>
                        <a:pt x="9568" y="2765"/>
                      </a:cubicBezTo>
                      <a:lnTo>
                        <a:pt x="9266" y="2938"/>
                      </a:lnTo>
                      <a:cubicBezTo>
                        <a:pt x="9230" y="2959"/>
                        <a:pt x="9184" y="2970"/>
                        <a:pt x="9137" y="2970"/>
                      </a:cubicBezTo>
                      <a:cubicBezTo>
                        <a:pt x="9090" y="2970"/>
                        <a:pt x="9043" y="2959"/>
                        <a:pt x="9007" y="2938"/>
                      </a:cubicBezTo>
                      <a:lnTo>
                        <a:pt x="8698" y="2758"/>
                      </a:lnTo>
                      <a:cubicBezTo>
                        <a:pt x="8626" y="2715"/>
                        <a:pt x="8626" y="2650"/>
                        <a:pt x="8698" y="2607"/>
                      </a:cubicBezTo>
                      <a:lnTo>
                        <a:pt x="8993" y="2434"/>
                      </a:lnTo>
                      <a:cubicBezTo>
                        <a:pt x="9029" y="2413"/>
                        <a:pt x="9078" y="2402"/>
                        <a:pt x="9126" y="2402"/>
                      </a:cubicBezTo>
                      <a:close/>
                      <a:moveTo>
                        <a:pt x="4235" y="1964"/>
                      </a:moveTo>
                      <a:cubicBezTo>
                        <a:pt x="4281" y="1964"/>
                        <a:pt x="4328" y="1974"/>
                        <a:pt x="4365" y="1996"/>
                      </a:cubicBezTo>
                      <a:lnTo>
                        <a:pt x="5443" y="2622"/>
                      </a:lnTo>
                      <a:cubicBezTo>
                        <a:pt x="5514" y="2658"/>
                        <a:pt x="5514" y="2729"/>
                        <a:pt x="5443" y="2772"/>
                      </a:cubicBezTo>
                      <a:lnTo>
                        <a:pt x="5132" y="2952"/>
                      </a:lnTo>
                      <a:cubicBezTo>
                        <a:pt x="5097" y="2973"/>
                        <a:pt x="5050" y="2984"/>
                        <a:pt x="5003" y="2984"/>
                      </a:cubicBezTo>
                      <a:cubicBezTo>
                        <a:pt x="4955" y="2984"/>
                        <a:pt x="4906" y="2973"/>
                        <a:pt x="4867" y="2952"/>
                      </a:cubicBezTo>
                      <a:lnTo>
                        <a:pt x="3795" y="2327"/>
                      </a:lnTo>
                      <a:cubicBezTo>
                        <a:pt x="3725" y="2284"/>
                        <a:pt x="3725" y="2218"/>
                        <a:pt x="3795" y="2175"/>
                      </a:cubicBezTo>
                      <a:lnTo>
                        <a:pt x="4106" y="1996"/>
                      </a:lnTo>
                      <a:cubicBezTo>
                        <a:pt x="4141" y="1974"/>
                        <a:pt x="4188" y="1964"/>
                        <a:pt x="4235" y="1964"/>
                      </a:cubicBezTo>
                      <a:close/>
                      <a:moveTo>
                        <a:pt x="10247" y="2547"/>
                      </a:moveTo>
                      <a:cubicBezTo>
                        <a:pt x="10296" y="2547"/>
                        <a:pt x="10344" y="2557"/>
                        <a:pt x="10380" y="2579"/>
                      </a:cubicBezTo>
                      <a:lnTo>
                        <a:pt x="10718" y="2772"/>
                      </a:lnTo>
                      <a:cubicBezTo>
                        <a:pt x="10791" y="2815"/>
                        <a:pt x="10791" y="2881"/>
                        <a:pt x="10718" y="2924"/>
                      </a:cubicBezTo>
                      <a:lnTo>
                        <a:pt x="10668" y="2952"/>
                      </a:lnTo>
                      <a:cubicBezTo>
                        <a:pt x="10632" y="2973"/>
                        <a:pt x="10583" y="2984"/>
                        <a:pt x="10535" y="2984"/>
                      </a:cubicBezTo>
                      <a:cubicBezTo>
                        <a:pt x="10486" y="2984"/>
                        <a:pt x="10438" y="2973"/>
                        <a:pt x="10403" y="2952"/>
                      </a:cubicBezTo>
                      <a:lnTo>
                        <a:pt x="10064" y="2758"/>
                      </a:lnTo>
                      <a:cubicBezTo>
                        <a:pt x="9992" y="2715"/>
                        <a:pt x="9992" y="2650"/>
                        <a:pt x="10064" y="2607"/>
                      </a:cubicBezTo>
                      <a:lnTo>
                        <a:pt x="10114" y="2579"/>
                      </a:lnTo>
                      <a:cubicBezTo>
                        <a:pt x="10151" y="2557"/>
                        <a:pt x="10199" y="2547"/>
                        <a:pt x="10247" y="2547"/>
                      </a:cubicBezTo>
                      <a:close/>
                      <a:moveTo>
                        <a:pt x="3548" y="2367"/>
                      </a:moveTo>
                      <a:cubicBezTo>
                        <a:pt x="3597" y="2367"/>
                        <a:pt x="3645" y="2378"/>
                        <a:pt x="3681" y="2400"/>
                      </a:cubicBezTo>
                      <a:lnTo>
                        <a:pt x="4170" y="2679"/>
                      </a:lnTo>
                      <a:cubicBezTo>
                        <a:pt x="4242" y="2722"/>
                        <a:pt x="4242" y="2788"/>
                        <a:pt x="4170" y="2831"/>
                      </a:cubicBezTo>
                      <a:lnTo>
                        <a:pt x="3861" y="3010"/>
                      </a:lnTo>
                      <a:cubicBezTo>
                        <a:pt x="3825" y="3032"/>
                        <a:pt x="3776" y="3043"/>
                        <a:pt x="3727" y="3043"/>
                      </a:cubicBezTo>
                      <a:cubicBezTo>
                        <a:pt x="3679" y="3043"/>
                        <a:pt x="3631" y="3032"/>
                        <a:pt x="3595" y="3010"/>
                      </a:cubicBezTo>
                      <a:lnTo>
                        <a:pt x="3105" y="2729"/>
                      </a:lnTo>
                      <a:cubicBezTo>
                        <a:pt x="3035" y="2686"/>
                        <a:pt x="3035" y="2615"/>
                        <a:pt x="3105" y="2572"/>
                      </a:cubicBezTo>
                      <a:lnTo>
                        <a:pt x="3416" y="2400"/>
                      </a:lnTo>
                      <a:cubicBezTo>
                        <a:pt x="3451" y="2378"/>
                        <a:pt x="3499" y="2367"/>
                        <a:pt x="3548" y="2367"/>
                      </a:cubicBezTo>
                      <a:close/>
                      <a:moveTo>
                        <a:pt x="7940" y="2504"/>
                      </a:moveTo>
                      <a:cubicBezTo>
                        <a:pt x="7989" y="2504"/>
                        <a:pt x="8037" y="2514"/>
                        <a:pt x="8074" y="2536"/>
                      </a:cubicBezTo>
                      <a:lnTo>
                        <a:pt x="8382" y="2708"/>
                      </a:lnTo>
                      <a:cubicBezTo>
                        <a:pt x="8453" y="2751"/>
                        <a:pt x="8453" y="2822"/>
                        <a:pt x="8382" y="2865"/>
                      </a:cubicBezTo>
                      <a:lnTo>
                        <a:pt x="8051" y="3060"/>
                      </a:lnTo>
                      <a:cubicBezTo>
                        <a:pt x="8015" y="3082"/>
                        <a:pt x="7967" y="3093"/>
                        <a:pt x="7918" y="3093"/>
                      </a:cubicBezTo>
                      <a:cubicBezTo>
                        <a:pt x="7870" y="3093"/>
                        <a:pt x="7822" y="3082"/>
                        <a:pt x="7786" y="3060"/>
                      </a:cubicBezTo>
                      <a:lnTo>
                        <a:pt x="7477" y="2881"/>
                      </a:lnTo>
                      <a:cubicBezTo>
                        <a:pt x="7404" y="2838"/>
                        <a:pt x="7404" y="2765"/>
                        <a:pt x="7477" y="2729"/>
                      </a:cubicBezTo>
                      <a:lnTo>
                        <a:pt x="7806" y="2536"/>
                      </a:lnTo>
                      <a:cubicBezTo>
                        <a:pt x="7842" y="2514"/>
                        <a:pt x="7891" y="2504"/>
                        <a:pt x="7940" y="2504"/>
                      </a:cubicBezTo>
                      <a:close/>
                      <a:moveTo>
                        <a:pt x="6789" y="2660"/>
                      </a:moveTo>
                      <a:cubicBezTo>
                        <a:pt x="6838" y="2660"/>
                        <a:pt x="6887" y="2671"/>
                        <a:pt x="6923" y="2693"/>
                      </a:cubicBezTo>
                      <a:lnTo>
                        <a:pt x="7218" y="2865"/>
                      </a:lnTo>
                      <a:cubicBezTo>
                        <a:pt x="7297" y="2908"/>
                        <a:pt x="7297" y="2974"/>
                        <a:pt x="7225" y="3017"/>
                      </a:cubicBezTo>
                      <a:lnTo>
                        <a:pt x="6923" y="3190"/>
                      </a:lnTo>
                      <a:cubicBezTo>
                        <a:pt x="6887" y="3211"/>
                        <a:pt x="6840" y="3222"/>
                        <a:pt x="6794" y="3222"/>
                      </a:cubicBezTo>
                      <a:cubicBezTo>
                        <a:pt x="6747" y="3222"/>
                        <a:pt x="6700" y="3211"/>
                        <a:pt x="6664" y="3190"/>
                      </a:cubicBezTo>
                      <a:lnTo>
                        <a:pt x="6362" y="3017"/>
                      </a:lnTo>
                      <a:cubicBezTo>
                        <a:pt x="6290" y="2974"/>
                        <a:pt x="6290" y="2908"/>
                        <a:pt x="6362" y="2865"/>
                      </a:cubicBezTo>
                      <a:lnTo>
                        <a:pt x="6657" y="2693"/>
                      </a:lnTo>
                      <a:cubicBezTo>
                        <a:pt x="6693" y="2671"/>
                        <a:pt x="6741" y="2660"/>
                        <a:pt x="6789" y="2660"/>
                      </a:cubicBezTo>
                      <a:close/>
                      <a:moveTo>
                        <a:pt x="10963" y="2962"/>
                      </a:moveTo>
                      <a:cubicBezTo>
                        <a:pt x="11011" y="2962"/>
                        <a:pt x="11060" y="2973"/>
                        <a:pt x="11099" y="2995"/>
                      </a:cubicBezTo>
                      <a:lnTo>
                        <a:pt x="11394" y="3160"/>
                      </a:lnTo>
                      <a:cubicBezTo>
                        <a:pt x="11465" y="3203"/>
                        <a:pt x="11465" y="3276"/>
                        <a:pt x="11394" y="3319"/>
                      </a:cubicBezTo>
                      <a:lnTo>
                        <a:pt x="11343" y="3348"/>
                      </a:lnTo>
                      <a:cubicBezTo>
                        <a:pt x="11307" y="3366"/>
                        <a:pt x="11261" y="3374"/>
                        <a:pt x="11214" y="3374"/>
                      </a:cubicBezTo>
                      <a:cubicBezTo>
                        <a:pt x="11167" y="3374"/>
                        <a:pt x="11120" y="3366"/>
                        <a:pt x="11084" y="3348"/>
                      </a:cubicBezTo>
                      <a:lnTo>
                        <a:pt x="10782" y="3176"/>
                      </a:lnTo>
                      <a:cubicBezTo>
                        <a:pt x="10711" y="3133"/>
                        <a:pt x="10711" y="3060"/>
                        <a:pt x="10782" y="3017"/>
                      </a:cubicBezTo>
                      <a:lnTo>
                        <a:pt x="10834" y="2995"/>
                      </a:lnTo>
                      <a:cubicBezTo>
                        <a:pt x="10869" y="2973"/>
                        <a:pt x="10916" y="2962"/>
                        <a:pt x="10963" y="2962"/>
                      </a:cubicBezTo>
                      <a:close/>
                      <a:moveTo>
                        <a:pt x="9813" y="2799"/>
                      </a:moveTo>
                      <a:cubicBezTo>
                        <a:pt x="9861" y="2799"/>
                        <a:pt x="9909" y="2809"/>
                        <a:pt x="9949" y="2831"/>
                      </a:cubicBezTo>
                      <a:lnTo>
                        <a:pt x="10280" y="3024"/>
                      </a:lnTo>
                      <a:cubicBezTo>
                        <a:pt x="10359" y="3067"/>
                        <a:pt x="10359" y="3133"/>
                        <a:pt x="10287" y="3176"/>
                      </a:cubicBezTo>
                      <a:lnTo>
                        <a:pt x="9985" y="3348"/>
                      </a:lnTo>
                      <a:cubicBezTo>
                        <a:pt x="9949" y="3370"/>
                        <a:pt x="9900" y="3381"/>
                        <a:pt x="9852" y="3381"/>
                      </a:cubicBezTo>
                      <a:cubicBezTo>
                        <a:pt x="9803" y="3381"/>
                        <a:pt x="9755" y="3370"/>
                        <a:pt x="9719" y="3348"/>
                      </a:cubicBezTo>
                      <a:lnTo>
                        <a:pt x="9388" y="3153"/>
                      </a:lnTo>
                      <a:cubicBezTo>
                        <a:pt x="9309" y="3117"/>
                        <a:pt x="9309" y="3046"/>
                        <a:pt x="9381" y="3003"/>
                      </a:cubicBezTo>
                      <a:lnTo>
                        <a:pt x="9683" y="2831"/>
                      </a:lnTo>
                      <a:cubicBezTo>
                        <a:pt x="9719" y="2809"/>
                        <a:pt x="9766" y="2799"/>
                        <a:pt x="9813" y="2799"/>
                      </a:cubicBezTo>
                      <a:close/>
                      <a:moveTo>
                        <a:pt x="5690" y="2805"/>
                      </a:moveTo>
                      <a:cubicBezTo>
                        <a:pt x="5739" y="2805"/>
                        <a:pt x="5787" y="2816"/>
                        <a:pt x="5822" y="2838"/>
                      </a:cubicBezTo>
                      <a:lnTo>
                        <a:pt x="6160" y="3031"/>
                      </a:lnTo>
                      <a:cubicBezTo>
                        <a:pt x="6233" y="3074"/>
                        <a:pt x="6233" y="3147"/>
                        <a:pt x="6160" y="3183"/>
                      </a:cubicBezTo>
                      <a:lnTo>
                        <a:pt x="5852" y="3362"/>
                      </a:lnTo>
                      <a:cubicBezTo>
                        <a:pt x="5815" y="3384"/>
                        <a:pt x="5767" y="3395"/>
                        <a:pt x="5719" y="3395"/>
                      </a:cubicBezTo>
                      <a:cubicBezTo>
                        <a:pt x="5671" y="3395"/>
                        <a:pt x="5622" y="3384"/>
                        <a:pt x="5586" y="3362"/>
                      </a:cubicBezTo>
                      <a:lnTo>
                        <a:pt x="5248" y="3167"/>
                      </a:lnTo>
                      <a:cubicBezTo>
                        <a:pt x="5175" y="3124"/>
                        <a:pt x="5175" y="3060"/>
                        <a:pt x="5248" y="3017"/>
                      </a:cubicBezTo>
                      <a:lnTo>
                        <a:pt x="5557" y="2838"/>
                      </a:lnTo>
                      <a:cubicBezTo>
                        <a:pt x="5593" y="2816"/>
                        <a:pt x="5642" y="2805"/>
                        <a:pt x="5690" y="2805"/>
                      </a:cubicBezTo>
                      <a:close/>
                      <a:moveTo>
                        <a:pt x="4415" y="2868"/>
                      </a:moveTo>
                      <a:cubicBezTo>
                        <a:pt x="4463" y="2868"/>
                        <a:pt x="4511" y="2877"/>
                        <a:pt x="4551" y="2895"/>
                      </a:cubicBezTo>
                      <a:lnTo>
                        <a:pt x="4882" y="3090"/>
                      </a:lnTo>
                      <a:cubicBezTo>
                        <a:pt x="4953" y="3133"/>
                        <a:pt x="4960" y="3203"/>
                        <a:pt x="4882" y="3247"/>
                      </a:cubicBezTo>
                      <a:lnTo>
                        <a:pt x="4580" y="3426"/>
                      </a:lnTo>
                      <a:cubicBezTo>
                        <a:pt x="4544" y="3444"/>
                        <a:pt x="4495" y="3453"/>
                        <a:pt x="4447" y="3453"/>
                      </a:cubicBezTo>
                      <a:cubicBezTo>
                        <a:pt x="4398" y="3453"/>
                        <a:pt x="4349" y="3444"/>
                        <a:pt x="4313" y="3426"/>
                      </a:cubicBezTo>
                      <a:lnTo>
                        <a:pt x="3976" y="3233"/>
                      </a:lnTo>
                      <a:cubicBezTo>
                        <a:pt x="3904" y="3190"/>
                        <a:pt x="3904" y="3117"/>
                        <a:pt x="3976" y="3074"/>
                      </a:cubicBezTo>
                      <a:lnTo>
                        <a:pt x="4285" y="2895"/>
                      </a:lnTo>
                      <a:cubicBezTo>
                        <a:pt x="4321" y="2877"/>
                        <a:pt x="4367" y="2868"/>
                        <a:pt x="4415" y="2868"/>
                      </a:cubicBezTo>
                      <a:close/>
                      <a:moveTo>
                        <a:pt x="8634" y="2899"/>
                      </a:moveTo>
                      <a:cubicBezTo>
                        <a:pt x="8680" y="2899"/>
                        <a:pt x="8727" y="2909"/>
                        <a:pt x="8764" y="2931"/>
                      </a:cubicBezTo>
                      <a:lnTo>
                        <a:pt x="9072" y="3110"/>
                      </a:lnTo>
                      <a:cubicBezTo>
                        <a:pt x="9143" y="3147"/>
                        <a:pt x="9143" y="3219"/>
                        <a:pt x="9072" y="3262"/>
                      </a:cubicBezTo>
                      <a:lnTo>
                        <a:pt x="8734" y="3455"/>
                      </a:lnTo>
                      <a:cubicBezTo>
                        <a:pt x="8698" y="3477"/>
                        <a:pt x="8652" y="3488"/>
                        <a:pt x="8605" y="3488"/>
                      </a:cubicBezTo>
                      <a:cubicBezTo>
                        <a:pt x="8558" y="3488"/>
                        <a:pt x="8512" y="3477"/>
                        <a:pt x="8476" y="3455"/>
                      </a:cubicBezTo>
                      <a:lnTo>
                        <a:pt x="8167" y="3276"/>
                      </a:lnTo>
                      <a:cubicBezTo>
                        <a:pt x="8094" y="3233"/>
                        <a:pt x="8094" y="3167"/>
                        <a:pt x="8167" y="3124"/>
                      </a:cubicBezTo>
                      <a:lnTo>
                        <a:pt x="8505" y="2931"/>
                      </a:lnTo>
                      <a:cubicBezTo>
                        <a:pt x="8540" y="2909"/>
                        <a:pt x="8587" y="2899"/>
                        <a:pt x="8634" y="2899"/>
                      </a:cubicBezTo>
                      <a:close/>
                      <a:moveTo>
                        <a:pt x="7469" y="3055"/>
                      </a:moveTo>
                      <a:cubicBezTo>
                        <a:pt x="7516" y="3055"/>
                        <a:pt x="7563" y="3064"/>
                        <a:pt x="7599" y="3081"/>
                      </a:cubicBezTo>
                      <a:lnTo>
                        <a:pt x="7915" y="3262"/>
                      </a:lnTo>
                      <a:cubicBezTo>
                        <a:pt x="7987" y="3305"/>
                        <a:pt x="7987" y="3376"/>
                        <a:pt x="7915" y="3419"/>
                      </a:cubicBezTo>
                      <a:lnTo>
                        <a:pt x="7620" y="3592"/>
                      </a:lnTo>
                      <a:cubicBezTo>
                        <a:pt x="7580" y="3610"/>
                        <a:pt x="7532" y="3619"/>
                        <a:pt x="7484" y="3619"/>
                      </a:cubicBezTo>
                      <a:cubicBezTo>
                        <a:pt x="7437" y="3619"/>
                        <a:pt x="7390" y="3610"/>
                        <a:pt x="7354" y="3592"/>
                      </a:cubicBezTo>
                      <a:lnTo>
                        <a:pt x="7045" y="3412"/>
                      </a:lnTo>
                      <a:cubicBezTo>
                        <a:pt x="6973" y="3369"/>
                        <a:pt x="6966" y="3297"/>
                        <a:pt x="7045" y="3253"/>
                      </a:cubicBezTo>
                      <a:lnTo>
                        <a:pt x="7340" y="3081"/>
                      </a:lnTo>
                      <a:cubicBezTo>
                        <a:pt x="7376" y="3064"/>
                        <a:pt x="7422" y="3055"/>
                        <a:pt x="7469" y="3055"/>
                      </a:cubicBezTo>
                      <a:close/>
                      <a:moveTo>
                        <a:pt x="10531" y="3214"/>
                      </a:moveTo>
                      <a:cubicBezTo>
                        <a:pt x="10578" y="3214"/>
                        <a:pt x="10625" y="3225"/>
                        <a:pt x="10661" y="3247"/>
                      </a:cubicBezTo>
                      <a:lnTo>
                        <a:pt x="10963" y="3419"/>
                      </a:lnTo>
                      <a:cubicBezTo>
                        <a:pt x="11034" y="3455"/>
                        <a:pt x="11034" y="3528"/>
                        <a:pt x="10963" y="3571"/>
                      </a:cubicBezTo>
                      <a:lnTo>
                        <a:pt x="10661" y="3743"/>
                      </a:lnTo>
                      <a:cubicBezTo>
                        <a:pt x="10625" y="3765"/>
                        <a:pt x="10578" y="3776"/>
                        <a:pt x="10531" y="3776"/>
                      </a:cubicBezTo>
                      <a:cubicBezTo>
                        <a:pt x="10484" y="3776"/>
                        <a:pt x="10438" y="3765"/>
                        <a:pt x="10403" y="3743"/>
                      </a:cubicBezTo>
                      <a:lnTo>
                        <a:pt x="10101" y="3571"/>
                      </a:lnTo>
                      <a:cubicBezTo>
                        <a:pt x="10028" y="3528"/>
                        <a:pt x="10028" y="3462"/>
                        <a:pt x="10101" y="3419"/>
                      </a:cubicBezTo>
                      <a:lnTo>
                        <a:pt x="10403" y="3247"/>
                      </a:lnTo>
                      <a:cubicBezTo>
                        <a:pt x="10438" y="3225"/>
                        <a:pt x="10484" y="3214"/>
                        <a:pt x="10531" y="3214"/>
                      </a:cubicBezTo>
                      <a:close/>
                      <a:moveTo>
                        <a:pt x="11642" y="3351"/>
                      </a:moveTo>
                      <a:cubicBezTo>
                        <a:pt x="11690" y="3351"/>
                        <a:pt x="11739" y="3361"/>
                        <a:pt x="11774" y="3383"/>
                      </a:cubicBezTo>
                      <a:lnTo>
                        <a:pt x="12085" y="3564"/>
                      </a:lnTo>
                      <a:cubicBezTo>
                        <a:pt x="12155" y="3607"/>
                        <a:pt x="12155" y="3671"/>
                        <a:pt x="12085" y="3714"/>
                      </a:cubicBezTo>
                      <a:lnTo>
                        <a:pt x="12033" y="3743"/>
                      </a:lnTo>
                      <a:cubicBezTo>
                        <a:pt x="11997" y="3765"/>
                        <a:pt x="11951" y="3776"/>
                        <a:pt x="11904" y="3776"/>
                      </a:cubicBezTo>
                      <a:cubicBezTo>
                        <a:pt x="11857" y="3776"/>
                        <a:pt x="11810" y="3765"/>
                        <a:pt x="11774" y="3743"/>
                      </a:cubicBezTo>
                      <a:lnTo>
                        <a:pt x="11465" y="3564"/>
                      </a:lnTo>
                      <a:cubicBezTo>
                        <a:pt x="11394" y="3521"/>
                        <a:pt x="11386" y="3455"/>
                        <a:pt x="11458" y="3412"/>
                      </a:cubicBezTo>
                      <a:lnTo>
                        <a:pt x="11508" y="3383"/>
                      </a:lnTo>
                      <a:cubicBezTo>
                        <a:pt x="11545" y="3361"/>
                        <a:pt x="11593" y="3351"/>
                        <a:pt x="11642" y="3351"/>
                      </a:cubicBezTo>
                      <a:close/>
                      <a:moveTo>
                        <a:pt x="6406" y="3221"/>
                      </a:moveTo>
                      <a:cubicBezTo>
                        <a:pt x="6454" y="3221"/>
                        <a:pt x="6502" y="3232"/>
                        <a:pt x="6542" y="3253"/>
                      </a:cubicBezTo>
                      <a:lnTo>
                        <a:pt x="6837" y="3426"/>
                      </a:lnTo>
                      <a:cubicBezTo>
                        <a:pt x="6909" y="3469"/>
                        <a:pt x="6909" y="3535"/>
                        <a:pt x="6837" y="3578"/>
                      </a:cubicBezTo>
                      <a:lnTo>
                        <a:pt x="6528" y="3757"/>
                      </a:lnTo>
                      <a:cubicBezTo>
                        <a:pt x="6492" y="3779"/>
                        <a:pt x="6445" y="3790"/>
                        <a:pt x="6398" y="3790"/>
                      </a:cubicBezTo>
                      <a:cubicBezTo>
                        <a:pt x="6351" y="3790"/>
                        <a:pt x="6305" y="3779"/>
                        <a:pt x="6269" y="3757"/>
                      </a:cubicBezTo>
                      <a:lnTo>
                        <a:pt x="5967" y="3585"/>
                      </a:lnTo>
                      <a:cubicBezTo>
                        <a:pt x="5895" y="3542"/>
                        <a:pt x="5895" y="3478"/>
                        <a:pt x="5967" y="3435"/>
                      </a:cubicBezTo>
                      <a:lnTo>
                        <a:pt x="6276" y="3253"/>
                      </a:lnTo>
                      <a:cubicBezTo>
                        <a:pt x="6312" y="3232"/>
                        <a:pt x="6359" y="3221"/>
                        <a:pt x="6406" y="3221"/>
                      </a:cubicBezTo>
                      <a:close/>
                      <a:moveTo>
                        <a:pt x="5133" y="3280"/>
                      </a:moveTo>
                      <a:cubicBezTo>
                        <a:pt x="5180" y="3280"/>
                        <a:pt x="5226" y="3291"/>
                        <a:pt x="5262" y="3312"/>
                      </a:cubicBezTo>
                      <a:lnTo>
                        <a:pt x="5564" y="3485"/>
                      </a:lnTo>
                      <a:cubicBezTo>
                        <a:pt x="5636" y="3528"/>
                        <a:pt x="5636" y="3592"/>
                        <a:pt x="5564" y="3635"/>
                      </a:cubicBezTo>
                      <a:lnTo>
                        <a:pt x="5255" y="3814"/>
                      </a:lnTo>
                      <a:cubicBezTo>
                        <a:pt x="5219" y="3836"/>
                        <a:pt x="5173" y="3847"/>
                        <a:pt x="5125" y="3847"/>
                      </a:cubicBezTo>
                      <a:cubicBezTo>
                        <a:pt x="5078" y="3847"/>
                        <a:pt x="5029" y="3836"/>
                        <a:pt x="4989" y="3814"/>
                      </a:cubicBezTo>
                      <a:lnTo>
                        <a:pt x="4694" y="3642"/>
                      </a:lnTo>
                      <a:cubicBezTo>
                        <a:pt x="4623" y="3599"/>
                        <a:pt x="4623" y="3535"/>
                        <a:pt x="4694" y="3492"/>
                      </a:cubicBezTo>
                      <a:lnTo>
                        <a:pt x="5003" y="3312"/>
                      </a:lnTo>
                      <a:cubicBezTo>
                        <a:pt x="5039" y="3291"/>
                        <a:pt x="5086" y="3280"/>
                        <a:pt x="5133" y="3280"/>
                      </a:cubicBezTo>
                      <a:close/>
                      <a:moveTo>
                        <a:pt x="9320" y="3294"/>
                      </a:moveTo>
                      <a:cubicBezTo>
                        <a:pt x="9369" y="3294"/>
                        <a:pt x="9417" y="3304"/>
                        <a:pt x="9454" y="3326"/>
                      </a:cubicBezTo>
                      <a:lnTo>
                        <a:pt x="9790" y="3521"/>
                      </a:lnTo>
                      <a:cubicBezTo>
                        <a:pt x="9863" y="3564"/>
                        <a:pt x="9863" y="3635"/>
                        <a:pt x="9790" y="3671"/>
                      </a:cubicBezTo>
                      <a:lnTo>
                        <a:pt x="9454" y="3873"/>
                      </a:lnTo>
                      <a:cubicBezTo>
                        <a:pt x="9417" y="3891"/>
                        <a:pt x="9370" y="3900"/>
                        <a:pt x="9323" y="3900"/>
                      </a:cubicBezTo>
                      <a:cubicBezTo>
                        <a:pt x="9275" y="3900"/>
                        <a:pt x="9226" y="3891"/>
                        <a:pt x="9186" y="3873"/>
                      </a:cubicBezTo>
                      <a:lnTo>
                        <a:pt x="8857" y="3671"/>
                      </a:lnTo>
                      <a:cubicBezTo>
                        <a:pt x="8784" y="3635"/>
                        <a:pt x="8777" y="3564"/>
                        <a:pt x="8857" y="3521"/>
                      </a:cubicBezTo>
                      <a:lnTo>
                        <a:pt x="9186" y="3326"/>
                      </a:lnTo>
                      <a:cubicBezTo>
                        <a:pt x="9223" y="3304"/>
                        <a:pt x="9271" y="3294"/>
                        <a:pt x="9320" y="3294"/>
                      </a:cubicBezTo>
                      <a:close/>
                      <a:moveTo>
                        <a:pt x="8159" y="3452"/>
                      </a:moveTo>
                      <a:cubicBezTo>
                        <a:pt x="8206" y="3452"/>
                        <a:pt x="8253" y="3463"/>
                        <a:pt x="8289" y="3485"/>
                      </a:cubicBezTo>
                      <a:lnTo>
                        <a:pt x="8598" y="3664"/>
                      </a:lnTo>
                      <a:cubicBezTo>
                        <a:pt x="8669" y="3700"/>
                        <a:pt x="8669" y="3771"/>
                        <a:pt x="8598" y="3814"/>
                      </a:cubicBezTo>
                      <a:lnTo>
                        <a:pt x="8303" y="3987"/>
                      </a:lnTo>
                      <a:cubicBezTo>
                        <a:pt x="8267" y="4008"/>
                        <a:pt x="8220" y="4019"/>
                        <a:pt x="8173" y="4019"/>
                      </a:cubicBezTo>
                      <a:cubicBezTo>
                        <a:pt x="8125" y="4019"/>
                        <a:pt x="8077" y="4008"/>
                        <a:pt x="8037" y="3987"/>
                      </a:cubicBezTo>
                      <a:lnTo>
                        <a:pt x="7735" y="3807"/>
                      </a:lnTo>
                      <a:cubicBezTo>
                        <a:pt x="7663" y="3764"/>
                        <a:pt x="7663" y="3700"/>
                        <a:pt x="7735" y="3657"/>
                      </a:cubicBezTo>
                      <a:lnTo>
                        <a:pt x="8030" y="3485"/>
                      </a:lnTo>
                      <a:cubicBezTo>
                        <a:pt x="8066" y="3463"/>
                        <a:pt x="8112" y="3452"/>
                        <a:pt x="8159" y="3452"/>
                      </a:cubicBezTo>
                      <a:close/>
                      <a:moveTo>
                        <a:pt x="12332" y="3754"/>
                      </a:moveTo>
                      <a:cubicBezTo>
                        <a:pt x="12380" y="3754"/>
                        <a:pt x="12429" y="3765"/>
                        <a:pt x="12464" y="3787"/>
                      </a:cubicBezTo>
                      <a:lnTo>
                        <a:pt x="12723" y="3930"/>
                      </a:lnTo>
                      <a:cubicBezTo>
                        <a:pt x="12795" y="3973"/>
                        <a:pt x="12802" y="4045"/>
                        <a:pt x="12723" y="4088"/>
                      </a:cubicBezTo>
                      <a:lnTo>
                        <a:pt x="12680" y="4116"/>
                      </a:lnTo>
                      <a:cubicBezTo>
                        <a:pt x="12643" y="4135"/>
                        <a:pt x="12592" y="4146"/>
                        <a:pt x="12541" y="4146"/>
                      </a:cubicBezTo>
                      <a:cubicBezTo>
                        <a:pt x="12495" y="4146"/>
                        <a:pt x="12449" y="4137"/>
                        <a:pt x="12414" y="4116"/>
                      </a:cubicBezTo>
                      <a:lnTo>
                        <a:pt x="12155" y="3966"/>
                      </a:lnTo>
                      <a:cubicBezTo>
                        <a:pt x="12085" y="3923"/>
                        <a:pt x="12085" y="3850"/>
                        <a:pt x="12155" y="3814"/>
                      </a:cubicBezTo>
                      <a:lnTo>
                        <a:pt x="12198" y="3787"/>
                      </a:lnTo>
                      <a:cubicBezTo>
                        <a:pt x="12235" y="3765"/>
                        <a:pt x="12283" y="3754"/>
                        <a:pt x="12332" y="3754"/>
                      </a:cubicBezTo>
                      <a:close/>
                      <a:moveTo>
                        <a:pt x="11211" y="3602"/>
                      </a:moveTo>
                      <a:cubicBezTo>
                        <a:pt x="11259" y="3602"/>
                        <a:pt x="11307" y="3613"/>
                        <a:pt x="11343" y="3635"/>
                      </a:cubicBezTo>
                      <a:lnTo>
                        <a:pt x="11653" y="3814"/>
                      </a:lnTo>
                      <a:cubicBezTo>
                        <a:pt x="11724" y="3857"/>
                        <a:pt x="11724" y="3923"/>
                        <a:pt x="11653" y="3966"/>
                      </a:cubicBezTo>
                      <a:lnTo>
                        <a:pt x="11358" y="4138"/>
                      </a:lnTo>
                      <a:cubicBezTo>
                        <a:pt x="11322" y="4160"/>
                        <a:pt x="11273" y="4171"/>
                        <a:pt x="11225" y="4171"/>
                      </a:cubicBezTo>
                      <a:cubicBezTo>
                        <a:pt x="11176" y="4171"/>
                        <a:pt x="11128" y="4160"/>
                        <a:pt x="11093" y="4138"/>
                      </a:cubicBezTo>
                      <a:lnTo>
                        <a:pt x="10782" y="3959"/>
                      </a:lnTo>
                      <a:cubicBezTo>
                        <a:pt x="10711" y="3923"/>
                        <a:pt x="10704" y="3850"/>
                        <a:pt x="10782" y="3807"/>
                      </a:cubicBezTo>
                      <a:lnTo>
                        <a:pt x="11077" y="3635"/>
                      </a:lnTo>
                      <a:cubicBezTo>
                        <a:pt x="11113" y="3613"/>
                        <a:pt x="11162" y="3602"/>
                        <a:pt x="11211" y="3602"/>
                      </a:cubicBezTo>
                      <a:close/>
                      <a:moveTo>
                        <a:pt x="7084" y="3609"/>
                      </a:moveTo>
                      <a:cubicBezTo>
                        <a:pt x="7133" y="3609"/>
                        <a:pt x="7182" y="3620"/>
                        <a:pt x="7218" y="3642"/>
                      </a:cubicBezTo>
                      <a:lnTo>
                        <a:pt x="7527" y="3823"/>
                      </a:lnTo>
                      <a:cubicBezTo>
                        <a:pt x="7599" y="3866"/>
                        <a:pt x="7599" y="3937"/>
                        <a:pt x="7527" y="3973"/>
                      </a:cubicBezTo>
                      <a:lnTo>
                        <a:pt x="7218" y="4152"/>
                      </a:lnTo>
                      <a:cubicBezTo>
                        <a:pt x="7182" y="4174"/>
                        <a:pt x="7135" y="4185"/>
                        <a:pt x="7088" y="4185"/>
                      </a:cubicBezTo>
                      <a:cubicBezTo>
                        <a:pt x="7041" y="4185"/>
                        <a:pt x="6995" y="4174"/>
                        <a:pt x="6959" y="4152"/>
                      </a:cubicBezTo>
                      <a:lnTo>
                        <a:pt x="6642" y="3973"/>
                      </a:lnTo>
                      <a:cubicBezTo>
                        <a:pt x="6571" y="3937"/>
                        <a:pt x="6571" y="3866"/>
                        <a:pt x="6642" y="3823"/>
                      </a:cubicBezTo>
                      <a:lnTo>
                        <a:pt x="6952" y="3642"/>
                      </a:lnTo>
                      <a:cubicBezTo>
                        <a:pt x="6988" y="3620"/>
                        <a:pt x="7036" y="3609"/>
                        <a:pt x="7084" y="3609"/>
                      </a:cubicBezTo>
                      <a:close/>
                      <a:moveTo>
                        <a:pt x="5806" y="3674"/>
                      </a:moveTo>
                      <a:cubicBezTo>
                        <a:pt x="5857" y="3674"/>
                        <a:pt x="5908" y="3685"/>
                        <a:pt x="5945" y="3707"/>
                      </a:cubicBezTo>
                      <a:lnTo>
                        <a:pt x="6254" y="3887"/>
                      </a:lnTo>
                      <a:cubicBezTo>
                        <a:pt x="6326" y="3923"/>
                        <a:pt x="6326" y="3995"/>
                        <a:pt x="6254" y="4038"/>
                      </a:cubicBezTo>
                      <a:lnTo>
                        <a:pt x="5945" y="4218"/>
                      </a:lnTo>
                      <a:cubicBezTo>
                        <a:pt x="5909" y="4236"/>
                        <a:pt x="5863" y="4245"/>
                        <a:pt x="5816" y="4245"/>
                      </a:cubicBezTo>
                      <a:cubicBezTo>
                        <a:pt x="5769" y="4245"/>
                        <a:pt x="5722" y="4236"/>
                        <a:pt x="5686" y="4218"/>
                      </a:cubicBezTo>
                      <a:lnTo>
                        <a:pt x="5370" y="4038"/>
                      </a:lnTo>
                      <a:cubicBezTo>
                        <a:pt x="5298" y="3995"/>
                        <a:pt x="5298" y="3923"/>
                        <a:pt x="5370" y="3880"/>
                      </a:cubicBezTo>
                      <a:lnTo>
                        <a:pt x="5679" y="3700"/>
                      </a:lnTo>
                      <a:cubicBezTo>
                        <a:pt x="5714" y="3683"/>
                        <a:pt x="5760" y="3674"/>
                        <a:pt x="5806" y="3674"/>
                      </a:cubicBezTo>
                      <a:close/>
                      <a:moveTo>
                        <a:pt x="10035" y="3711"/>
                      </a:moveTo>
                      <a:cubicBezTo>
                        <a:pt x="10082" y="3711"/>
                        <a:pt x="10128" y="3722"/>
                        <a:pt x="10164" y="3743"/>
                      </a:cubicBezTo>
                      <a:lnTo>
                        <a:pt x="10466" y="3916"/>
                      </a:lnTo>
                      <a:cubicBezTo>
                        <a:pt x="10539" y="3959"/>
                        <a:pt x="10539" y="4023"/>
                        <a:pt x="10466" y="4066"/>
                      </a:cubicBezTo>
                      <a:lnTo>
                        <a:pt x="10128" y="4261"/>
                      </a:lnTo>
                      <a:cubicBezTo>
                        <a:pt x="10093" y="4283"/>
                        <a:pt x="10046" y="4293"/>
                        <a:pt x="9999" y="4293"/>
                      </a:cubicBezTo>
                      <a:cubicBezTo>
                        <a:pt x="9953" y="4293"/>
                        <a:pt x="9906" y="4283"/>
                        <a:pt x="9869" y="4261"/>
                      </a:cubicBezTo>
                      <a:lnTo>
                        <a:pt x="9568" y="4088"/>
                      </a:lnTo>
                      <a:cubicBezTo>
                        <a:pt x="9497" y="4045"/>
                        <a:pt x="9497" y="3980"/>
                        <a:pt x="9568" y="3937"/>
                      </a:cubicBezTo>
                      <a:lnTo>
                        <a:pt x="9906" y="3743"/>
                      </a:lnTo>
                      <a:cubicBezTo>
                        <a:pt x="9942" y="3722"/>
                        <a:pt x="9988" y="3711"/>
                        <a:pt x="10035" y="3711"/>
                      </a:cubicBezTo>
                      <a:close/>
                      <a:moveTo>
                        <a:pt x="8846" y="3847"/>
                      </a:moveTo>
                      <a:cubicBezTo>
                        <a:pt x="8894" y="3847"/>
                        <a:pt x="8943" y="3858"/>
                        <a:pt x="8979" y="3880"/>
                      </a:cubicBezTo>
                      <a:lnTo>
                        <a:pt x="9316" y="4073"/>
                      </a:lnTo>
                      <a:cubicBezTo>
                        <a:pt x="9388" y="4116"/>
                        <a:pt x="9388" y="4189"/>
                        <a:pt x="9316" y="4225"/>
                      </a:cubicBezTo>
                      <a:lnTo>
                        <a:pt x="9022" y="4397"/>
                      </a:lnTo>
                      <a:cubicBezTo>
                        <a:pt x="8986" y="4419"/>
                        <a:pt x="8937" y="4430"/>
                        <a:pt x="8889" y="4430"/>
                      </a:cubicBezTo>
                      <a:cubicBezTo>
                        <a:pt x="8840" y="4430"/>
                        <a:pt x="8791" y="4419"/>
                        <a:pt x="8755" y="4397"/>
                      </a:cubicBezTo>
                      <a:lnTo>
                        <a:pt x="8419" y="4202"/>
                      </a:lnTo>
                      <a:cubicBezTo>
                        <a:pt x="8346" y="4159"/>
                        <a:pt x="8346" y="4095"/>
                        <a:pt x="8419" y="4052"/>
                      </a:cubicBezTo>
                      <a:lnTo>
                        <a:pt x="8712" y="3880"/>
                      </a:lnTo>
                      <a:cubicBezTo>
                        <a:pt x="8748" y="3858"/>
                        <a:pt x="8797" y="3847"/>
                        <a:pt x="8846" y="3847"/>
                      </a:cubicBezTo>
                      <a:close/>
                      <a:moveTo>
                        <a:pt x="11901" y="4006"/>
                      </a:moveTo>
                      <a:cubicBezTo>
                        <a:pt x="11949" y="4006"/>
                        <a:pt x="11997" y="4017"/>
                        <a:pt x="12033" y="4038"/>
                      </a:cubicBezTo>
                      <a:lnTo>
                        <a:pt x="12292" y="4182"/>
                      </a:lnTo>
                      <a:cubicBezTo>
                        <a:pt x="12364" y="4225"/>
                        <a:pt x="12364" y="4297"/>
                        <a:pt x="12292" y="4340"/>
                      </a:cubicBezTo>
                      <a:lnTo>
                        <a:pt x="11998" y="4513"/>
                      </a:lnTo>
                      <a:cubicBezTo>
                        <a:pt x="11962" y="4534"/>
                        <a:pt x="11913" y="4545"/>
                        <a:pt x="11865" y="4545"/>
                      </a:cubicBezTo>
                      <a:cubicBezTo>
                        <a:pt x="11816" y="4545"/>
                        <a:pt x="11767" y="4534"/>
                        <a:pt x="11731" y="4513"/>
                      </a:cubicBezTo>
                      <a:lnTo>
                        <a:pt x="11472" y="4361"/>
                      </a:lnTo>
                      <a:cubicBezTo>
                        <a:pt x="11401" y="4318"/>
                        <a:pt x="11401" y="4245"/>
                        <a:pt x="11472" y="4211"/>
                      </a:cubicBezTo>
                      <a:lnTo>
                        <a:pt x="11767" y="4038"/>
                      </a:lnTo>
                      <a:cubicBezTo>
                        <a:pt x="11803" y="4017"/>
                        <a:pt x="11852" y="4006"/>
                        <a:pt x="11901" y="4006"/>
                      </a:cubicBezTo>
                      <a:close/>
                      <a:moveTo>
                        <a:pt x="12975" y="4120"/>
                      </a:moveTo>
                      <a:cubicBezTo>
                        <a:pt x="13022" y="4120"/>
                        <a:pt x="13069" y="4131"/>
                        <a:pt x="13104" y="4152"/>
                      </a:cubicBezTo>
                      <a:lnTo>
                        <a:pt x="13442" y="4347"/>
                      </a:lnTo>
                      <a:cubicBezTo>
                        <a:pt x="13515" y="4390"/>
                        <a:pt x="13515" y="4454"/>
                        <a:pt x="13442" y="4497"/>
                      </a:cubicBezTo>
                      <a:lnTo>
                        <a:pt x="13392" y="4527"/>
                      </a:lnTo>
                      <a:cubicBezTo>
                        <a:pt x="13356" y="4548"/>
                        <a:pt x="13309" y="4559"/>
                        <a:pt x="13263" y="4559"/>
                      </a:cubicBezTo>
                      <a:cubicBezTo>
                        <a:pt x="13216" y="4559"/>
                        <a:pt x="13170" y="4548"/>
                        <a:pt x="13133" y="4527"/>
                      </a:cubicBezTo>
                      <a:lnTo>
                        <a:pt x="12795" y="4332"/>
                      </a:lnTo>
                      <a:cubicBezTo>
                        <a:pt x="12723" y="4289"/>
                        <a:pt x="12723" y="4225"/>
                        <a:pt x="12795" y="4182"/>
                      </a:cubicBezTo>
                      <a:lnTo>
                        <a:pt x="12845" y="4152"/>
                      </a:lnTo>
                      <a:cubicBezTo>
                        <a:pt x="12882" y="4131"/>
                        <a:pt x="12929" y="4120"/>
                        <a:pt x="12975" y="4120"/>
                      </a:cubicBezTo>
                      <a:close/>
                      <a:moveTo>
                        <a:pt x="7777" y="4013"/>
                      </a:moveTo>
                      <a:cubicBezTo>
                        <a:pt x="7825" y="4013"/>
                        <a:pt x="7872" y="4024"/>
                        <a:pt x="7908" y="4045"/>
                      </a:cubicBezTo>
                      <a:lnTo>
                        <a:pt x="8217" y="4218"/>
                      </a:lnTo>
                      <a:cubicBezTo>
                        <a:pt x="8289" y="4261"/>
                        <a:pt x="8289" y="4332"/>
                        <a:pt x="8217" y="4375"/>
                      </a:cubicBezTo>
                      <a:lnTo>
                        <a:pt x="7908" y="4556"/>
                      </a:lnTo>
                      <a:cubicBezTo>
                        <a:pt x="7872" y="4573"/>
                        <a:pt x="7823" y="4582"/>
                        <a:pt x="7775" y="4582"/>
                      </a:cubicBezTo>
                      <a:cubicBezTo>
                        <a:pt x="7726" y="4582"/>
                        <a:pt x="7678" y="4573"/>
                        <a:pt x="7642" y="4556"/>
                      </a:cubicBezTo>
                      <a:lnTo>
                        <a:pt x="7340" y="4375"/>
                      </a:lnTo>
                      <a:cubicBezTo>
                        <a:pt x="7268" y="4332"/>
                        <a:pt x="7261" y="4268"/>
                        <a:pt x="7340" y="4225"/>
                      </a:cubicBezTo>
                      <a:lnTo>
                        <a:pt x="7642" y="4045"/>
                      </a:lnTo>
                      <a:cubicBezTo>
                        <a:pt x="7681" y="4024"/>
                        <a:pt x="7729" y="4013"/>
                        <a:pt x="7777" y="4013"/>
                      </a:cubicBezTo>
                      <a:close/>
                      <a:moveTo>
                        <a:pt x="6503" y="4070"/>
                      </a:moveTo>
                      <a:cubicBezTo>
                        <a:pt x="6551" y="4070"/>
                        <a:pt x="6600" y="4081"/>
                        <a:pt x="6635" y="4102"/>
                      </a:cubicBezTo>
                      <a:lnTo>
                        <a:pt x="6937" y="4282"/>
                      </a:lnTo>
                      <a:cubicBezTo>
                        <a:pt x="7009" y="4318"/>
                        <a:pt x="7016" y="4390"/>
                        <a:pt x="6944" y="4433"/>
                      </a:cubicBezTo>
                      <a:lnTo>
                        <a:pt x="6635" y="4613"/>
                      </a:lnTo>
                      <a:cubicBezTo>
                        <a:pt x="6600" y="4634"/>
                        <a:pt x="6551" y="4645"/>
                        <a:pt x="6503" y="4645"/>
                      </a:cubicBezTo>
                      <a:cubicBezTo>
                        <a:pt x="6454" y="4645"/>
                        <a:pt x="6405" y="4634"/>
                        <a:pt x="6369" y="4613"/>
                      </a:cubicBezTo>
                      <a:lnTo>
                        <a:pt x="6067" y="4433"/>
                      </a:lnTo>
                      <a:cubicBezTo>
                        <a:pt x="5988" y="4390"/>
                        <a:pt x="5988" y="4325"/>
                        <a:pt x="6060" y="4282"/>
                      </a:cubicBezTo>
                      <a:lnTo>
                        <a:pt x="6369" y="4102"/>
                      </a:lnTo>
                      <a:cubicBezTo>
                        <a:pt x="6405" y="4081"/>
                        <a:pt x="6454" y="4070"/>
                        <a:pt x="6503" y="4070"/>
                      </a:cubicBezTo>
                      <a:close/>
                      <a:moveTo>
                        <a:pt x="10714" y="4099"/>
                      </a:moveTo>
                      <a:cubicBezTo>
                        <a:pt x="10763" y="4099"/>
                        <a:pt x="10811" y="4110"/>
                        <a:pt x="10848" y="4132"/>
                      </a:cubicBezTo>
                      <a:lnTo>
                        <a:pt x="11156" y="4311"/>
                      </a:lnTo>
                      <a:cubicBezTo>
                        <a:pt x="11229" y="4354"/>
                        <a:pt x="11229" y="4427"/>
                        <a:pt x="11156" y="4461"/>
                      </a:cubicBezTo>
                      <a:lnTo>
                        <a:pt x="10825" y="4656"/>
                      </a:lnTo>
                      <a:cubicBezTo>
                        <a:pt x="10790" y="4678"/>
                        <a:pt x="10742" y="4688"/>
                        <a:pt x="10693" y="4688"/>
                      </a:cubicBezTo>
                      <a:cubicBezTo>
                        <a:pt x="10644" y="4688"/>
                        <a:pt x="10596" y="4678"/>
                        <a:pt x="10560" y="4656"/>
                      </a:cubicBezTo>
                      <a:lnTo>
                        <a:pt x="10251" y="4484"/>
                      </a:lnTo>
                      <a:cubicBezTo>
                        <a:pt x="10178" y="4440"/>
                        <a:pt x="10178" y="4368"/>
                        <a:pt x="10251" y="4325"/>
                      </a:cubicBezTo>
                      <a:lnTo>
                        <a:pt x="10582" y="4132"/>
                      </a:lnTo>
                      <a:cubicBezTo>
                        <a:pt x="10617" y="4110"/>
                        <a:pt x="10666" y="4099"/>
                        <a:pt x="10714" y="4099"/>
                      </a:cubicBezTo>
                      <a:close/>
                      <a:moveTo>
                        <a:pt x="9565" y="4265"/>
                      </a:moveTo>
                      <a:cubicBezTo>
                        <a:pt x="9613" y="4265"/>
                        <a:pt x="9662" y="4276"/>
                        <a:pt x="9697" y="4297"/>
                      </a:cubicBezTo>
                      <a:lnTo>
                        <a:pt x="9992" y="4470"/>
                      </a:lnTo>
                      <a:cubicBezTo>
                        <a:pt x="10064" y="4504"/>
                        <a:pt x="10064" y="4577"/>
                        <a:pt x="9992" y="4620"/>
                      </a:cubicBezTo>
                      <a:lnTo>
                        <a:pt x="9697" y="4792"/>
                      </a:lnTo>
                      <a:cubicBezTo>
                        <a:pt x="9662" y="4814"/>
                        <a:pt x="9615" y="4825"/>
                        <a:pt x="9568" y="4825"/>
                      </a:cubicBezTo>
                      <a:cubicBezTo>
                        <a:pt x="9521" y="4825"/>
                        <a:pt x="9474" y="4814"/>
                        <a:pt x="9438" y="4792"/>
                      </a:cubicBezTo>
                      <a:lnTo>
                        <a:pt x="9136" y="4620"/>
                      </a:lnTo>
                      <a:cubicBezTo>
                        <a:pt x="9066" y="4577"/>
                        <a:pt x="9066" y="4504"/>
                        <a:pt x="9136" y="4470"/>
                      </a:cubicBezTo>
                      <a:lnTo>
                        <a:pt x="9431" y="4297"/>
                      </a:lnTo>
                      <a:cubicBezTo>
                        <a:pt x="9468" y="4276"/>
                        <a:pt x="9516" y="4265"/>
                        <a:pt x="9565" y="4265"/>
                      </a:cubicBezTo>
                      <a:close/>
                      <a:moveTo>
                        <a:pt x="12541" y="4372"/>
                      </a:moveTo>
                      <a:cubicBezTo>
                        <a:pt x="12589" y="4372"/>
                        <a:pt x="12637" y="4383"/>
                        <a:pt x="12673" y="4404"/>
                      </a:cubicBezTo>
                      <a:lnTo>
                        <a:pt x="13011" y="4599"/>
                      </a:lnTo>
                      <a:cubicBezTo>
                        <a:pt x="13083" y="4642"/>
                        <a:pt x="13083" y="4713"/>
                        <a:pt x="13011" y="4749"/>
                      </a:cubicBezTo>
                      <a:lnTo>
                        <a:pt x="12709" y="4922"/>
                      </a:lnTo>
                      <a:cubicBezTo>
                        <a:pt x="12673" y="4943"/>
                        <a:pt x="12626" y="4954"/>
                        <a:pt x="12580" y="4954"/>
                      </a:cubicBezTo>
                      <a:cubicBezTo>
                        <a:pt x="12533" y="4954"/>
                        <a:pt x="12486" y="4943"/>
                        <a:pt x="12450" y="4922"/>
                      </a:cubicBezTo>
                      <a:lnTo>
                        <a:pt x="12112" y="4728"/>
                      </a:lnTo>
                      <a:cubicBezTo>
                        <a:pt x="12041" y="4692"/>
                        <a:pt x="12041" y="4620"/>
                        <a:pt x="12112" y="4577"/>
                      </a:cubicBezTo>
                      <a:lnTo>
                        <a:pt x="12407" y="4404"/>
                      </a:lnTo>
                      <a:cubicBezTo>
                        <a:pt x="12443" y="4383"/>
                        <a:pt x="12492" y="4372"/>
                        <a:pt x="12541" y="4372"/>
                      </a:cubicBezTo>
                      <a:close/>
                      <a:moveTo>
                        <a:pt x="13690" y="4537"/>
                      </a:moveTo>
                      <a:cubicBezTo>
                        <a:pt x="13738" y="4537"/>
                        <a:pt x="13787" y="4548"/>
                        <a:pt x="13823" y="4570"/>
                      </a:cubicBezTo>
                      <a:lnTo>
                        <a:pt x="14118" y="4742"/>
                      </a:lnTo>
                      <a:cubicBezTo>
                        <a:pt x="14198" y="4778"/>
                        <a:pt x="14198" y="4849"/>
                        <a:pt x="14125" y="4892"/>
                      </a:cubicBezTo>
                      <a:lnTo>
                        <a:pt x="14075" y="4922"/>
                      </a:lnTo>
                      <a:cubicBezTo>
                        <a:pt x="14039" y="4943"/>
                        <a:pt x="13990" y="4954"/>
                        <a:pt x="13942" y="4954"/>
                      </a:cubicBezTo>
                      <a:cubicBezTo>
                        <a:pt x="13893" y="4954"/>
                        <a:pt x="13845" y="4943"/>
                        <a:pt x="13810" y="4922"/>
                      </a:cubicBezTo>
                      <a:lnTo>
                        <a:pt x="13515" y="4749"/>
                      </a:lnTo>
                      <a:cubicBezTo>
                        <a:pt x="13442" y="4706"/>
                        <a:pt x="13442" y="4634"/>
                        <a:pt x="13515" y="4599"/>
                      </a:cubicBezTo>
                      <a:lnTo>
                        <a:pt x="13558" y="4570"/>
                      </a:lnTo>
                      <a:cubicBezTo>
                        <a:pt x="13593" y="4548"/>
                        <a:pt x="13641" y="4537"/>
                        <a:pt x="13690" y="4537"/>
                      </a:cubicBezTo>
                      <a:close/>
                      <a:moveTo>
                        <a:pt x="8462" y="4408"/>
                      </a:moveTo>
                      <a:cubicBezTo>
                        <a:pt x="8510" y="4408"/>
                        <a:pt x="8558" y="4419"/>
                        <a:pt x="8598" y="4440"/>
                      </a:cubicBezTo>
                      <a:lnTo>
                        <a:pt x="8928" y="4634"/>
                      </a:lnTo>
                      <a:cubicBezTo>
                        <a:pt x="9007" y="4677"/>
                        <a:pt x="9007" y="4742"/>
                        <a:pt x="8936" y="4785"/>
                      </a:cubicBezTo>
                      <a:lnTo>
                        <a:pt x="8626" y="4965"/>
                      </a:lnTo>
                      <a:cubicBezTo>
                        <a:pt x="8590" y="4986"/>
                        <a:pt x="8542" y="4997"/>
                        <a:pt x="8493" y="4997"/>
                      </a:cubicBezTo>
                      <a:cubicBezTo>
                        <a:pt x="8445" y="4997"/>
                        <a:pt x="8396" y="4986"/>
                        <a:pt x="8360" y="4965"/>
                      </a:cubicBezTo>
                      <a:lnTo>
                        <a:pt x="8022" y="4772"/>
                      </a:lnTo>
                      <a:cubicBezTo>
                        <a:pt x="7951" y="4728"/>
                        <a:pt x="7951" y="4663"/>
                        <a:pt x="8022" y="4620"/>
                      </a:cubicBezTo>
                      <a:lnTo>
                        <a:pt x="8332" y="4440"/>
                      </a:lnTo>
                      <a:cubicBezTo>
                        <a:pt x="8368" y="4419"/>
                        <a:pt x="8414" y="4408"/>
                        <a:pt x="8462" y="4408"/>
                      </a:cubicBezTo>
                      <a:close/>
                      <a:moveTo>
                        <a:pt x="11404" y="4501"/>
                      </a:moveTo>
                      <a:cubicBezTo>
                        <a:pt x="11453" y="4501"/>
                        <a:pt x="11501" y="4512"/>
                        <a:pt x="11538" y="4534"/>
                      </a:cubicBezTo>
                      <a:lnTo>
                        <a:pt x="11796" y="4685"/>
                      </a:lnTo>
                      <a:cubicBezTo>
                        <a:pt x="11869" y="4728"/>
                        <a:pt x="11869" y="4792"/>
                        <a:pt x="11796" y="4835"/>
                      </a:cubicBezTo>
                      <a:lnTo>
                        <a:pt x="11465" y="5030"/>
                      </a:lnTo>
                      <a:cubicBezTo>
                        <a:pt x="11430" y="5052"/>
                        <a:pt x="11382" y="5063"/>
                        <a:pt x="11333" y="5063"/>
                      </a:cubicBezTo>
                      <a:cubicBezTo>
                        <a:pt x="11284" y="5063"/>
                        <a:pt x="11236" y="5052"/>
                        <a:pt x="11200" y="5030"/>
                      </a:cubicBezTo>
                      <a:lnTo>
                        <a:pt x="10941" y="4879"/>
                      </a:lnTo>
                      <a:cubicBezTo>
                        <a:pt x="10868" y="4835"/>
                        <a:pt x="10868" y="4772"/>
                        <a:pt x="10941" y="4728"/>
                      </a:cubicBezTo>
                      <a:lnTo>
                        <a:pt x="11272" y="4534"/>
                      </a:lnTo>
                      <a:cubicBezTo>
                        <a:pt x="11307" y="4512"/>
                        <a:pt x="11356" y="4501"/>
                        <a:pt x="11404" y="4501"/>
                      </a:cubicBezTo>
                      <a:close/>
                      <a:moveTo>
                        <a:pt x="10243" y="4653"/>
                      </a:moveTo>
                      <a:cubicBezTo>
                        <a:pt x="10290" y="4653"/>
                        <a:pt x="10337" y="4664"/>
                        <a:pt x="10373" y="4685"/>
                      </a:cubicBezTo>
                      <a:lnTo>
                        <a:pt x="10682" y="4865"/>
                      </a:lnTo>
                      <a:cubicBezTo>
                        <a:pt x="10754" y="4908"/>
                        <a:pt x="10761" y="4979"/>
                        <a:pt x="10689" y="5015"/>
                      </a:cubicBezTo>
                      <a:lnTo>
                        <a:pt x="10387" y="5187"/>
                      </a:lnTo>
                      <a:cubicBezTo>
                        <a:pt x="10352" y="5209"/>
                        <a:pt x="10305" y="5220"/>
                        <a:pt x="10258" y="5220"/>
                      </a:cubicBezTo>
                      <a:cubicBezTo>
                        <a:pt x="10211" y="5220"/>
                        <a:pt x="10164" y="5209"/>
                        <a:pt x="10128" y="5187"/>
                      </a:cubicBezTo>
                      <a:lnTo>
                        <a:pt x="9813" y="5008"/>
                      </a:lnTo>
                      <a:cubicBezTo>
                        <a:pt x="9740" y="4972"/>
                        <a:pt x="9740" y="4901"/>
                        <a:pt x="9813" y="4858"/>
                      </a:cubicBezTo>
                      <a:lnTo>
                        <a:pt x="10108" y="4685"/>
                      </a:lnTo>
                      <a:cubicBezTo>
                        <a:pt x="10147" y="4664"/>
                        <a:pt x="10196" y="4653"/>
                        <a:pt x="10243" y="4653"/>
                      </a:cubicBezTo>
                      <a:close/>
                      <a:moveTo>
                        <a:pt x="13259" y="4789"/>
                      </a:moveTo>
                      <a:cubicBezTo>
                        <a:pt x="13307" y="4789"/>
                        <a:pt x="13356" y="4800"/>
                        <a:pt x="13392" y="4822"/>
                      </a:cubicBezTo>
                      <a:lnTo>
                        <a:pt x="13687" y="4994"/>
                      </a:lnTo>
                      <a:cubicBezTo>
                        <a:pt x="13758" y="5030"/>
                        <a:pt x="13758" y="5101"/>
                        <a:pt x="13687" y="5144"/>
                      </a:cubicBezTo>
                      <a:lnTo>
                        <a:pt x="13392" y="5317"/>
                      </a:lnTo>
                      <a:cubicBezTo>
                        <a:pt x="13356" y="5338"/>
                        <a:pt x="13307" y="5349"/>
                        <a:pt x="13259" y="5349"/>
                      </a:cubicBezTo>
                      <a:cubicBezTo>
                        <a:pt x="13210" y="5349"/>
                        <a:pt x="13162" y="5338"/>
                        <a:pt x="13126" y="5317"/>
                      </a:cubicBezTo>
                      <a:lnTo>
                        <a:pt x="12831" y="5144"/>
                      </a:lnTo>
                      <a:cubicBezTo>
                        <a:pt x="12759" y="5101"/>
                        <a:pt x="12759" y="5037"/>
                        <a:pt x="12831" y="4994"/>
                      </a:cubicBezTo>
                      <a:lnTo>
                        <a:pt x="13126" y="4822"/>
                      </a:lnTo>
                      <a:cubicBezTo>
                        <a:pt x="13162" y="4800"/>
                        <a:pt x="13210" y="4789"/>
                        <a:pt x="13259" y="4789"/>
                      </a:cubicBezTo>
                      <a:close/>
                      <a:moveTo>
                        <a:pt x="14370" y="4926"/>
                      </a:moveTo>
                      <a:cubicBezTo>
                        <a:pt x="14416" y="4926"/>
                        <a:pt x="14463" y="4936"/>
                        <a:pt x="14500" y="4958"/>
                      </a:cubicBezTo>
                      <a:lnTo>
                        <a:pt x="14815" y="5137"/>
                      </a:lnTo>
                      <a:cubicBezTo>
                        <a:pt x="14888" y="5180"/>
                        <a:pt x="14888" y="5246"/>
                        <a:pt x="14815" y="5289"/>
                      </a:cubicBezTo>
                      <a:lnTo>
                        <a:pt x="14765" y="5317"/>
                      </a:lnTo>
                      <a:cubicBezTo>
                        <a:pt x="14729" y="5338"/>
                        <a:pt x="14680" y="5349"/>
                        <a:pt x="14632" y="5349"/>
                      </a:cubicBezTo>
                      <a:cubicBezTo>
                        <a:pt x="14583" y="5349"/>
                        <a:pt x="14535" y="5338"/>
                        <a:pt x="14500" y="5317"/>
                      </a:cubicBezTo>
                      <a:lnTo>
                        <a:pt x="14189" y="5137"/>
                      </a:lnTo>
                      <a:cubicBezTo>
                        <a:pt x="14118" y="5094"/>
                        <a:pt x="14118" y="5030"/>
                        <a:pt x="14189" y="4987"/>
                      </a:cubicBezTo>
                      <a:lnTo>
                        <a:pt x="14241" y="4958"/>
                      </a:lnTo>
                      <a:cubicBezTo>
                        <a:pt x="14276" y="4936"/>
                        <a:pt x="14323" y="4926"/>
                        <a:pt x="14370" y="4926"/>
                      </a:cubicBezTo>
                      <a:close/>
                      <a:moveTo>
                        <a:pt x="9180" y="4823"/>
                      </a:moveTo>
                      <a:cubicBezTo>
                        <a:pt x="9227" y="4823"/>
                        <a:pt x="9273" y="4832"/>
                        <a:pt x="9309" y="4849"/>
                      </a:cubicBezTo>
                      <a:lnTo>
                        <a:pt x="9611" y="5022"/>
                      </a:lnTo>
                      <a:cubicBezTo>
                        <a:pt x="9683" y="5065"/>
                        <a:pt x="9683" y="5137"/>
                        <a:pt x="9611" y="5180"/>
                      </a:cubicBezTo>
                      <a:lnTo>
                        <a:pt x="9302" y="5360"/>
                      </a:lnTo>
                      <a:cubicBezTo>
                        <a:pt x="9266" y="5378"/>
                        <a:pt x="9219" y="5387"/>
                        <a:pt x="9172" y="5387"/>
                      </a:cubicBezTo>
                      <a:cubicBezTo>
                        <a:pt x="9124" y="5387"/>
                        <a:pt x="9076" y="5378"/>
                        <a:pt x="9036" y="5360"/>
                      </a:cubicBezTo>
                      <a:lnTo>
                        <a:pt x="8741" y="5187"/>
                      </a:lnTo>
                      <a:cubicBezTo>
                        <a:pt x="8669" y="5144"/>
                        <a:pt x="8669" y="5073"/>
                        <a:pt x="8741" y="5030"/>
                      </a:cubicBezTo>
                      <a:lnTo>
                        <a:pt x="9050" y="4849"/>
                      </a:lnTo>
                      <a:cubicBezTo>
                        <a:pt x="9086" y="4832"/>
                        <a:pt x="9133" y="4823"/>
                        <a:pt x="9180" y="4823"/>
                      </a:cubicBezTo>
                      <a:close/>
                      <a:moveTo>
                        <a:pt x="12047" y="4869"/>
                      </a:moveTo>
                      <a:cubicBezTo>
                        <a:pt x="12094" y="4869"/>
                        <a:pt x="12141" y="4879"/>
                        <a:pt x="12178" y="4901"/>
                      </a:cubicBezTo>
                      <a:lnTo>
                        <a:pt x="12516" y="5094"/>
                      </a:lnTo>
                      <a:cubicBezTo>
                        <a:pt x="12587" y="5137"/>
                        <a:pt x="12587" y="5210"/>
                        <a:pt x="12516" y="5253"/>
                      </a:cubicBezTo>
                      <a:lnTo>
                        <a:pt x="12185" y="5446"/>
                      </a:lnTo>
                      <a:cubicBezTo>
                        <a:pt x="12145" y="5464"/>
                        <a:pt x="12096" y="5473"/>
                        <a:pt x="12048" y="5473"/>
                      </a:cubicBezTo>
                      <a:cubicBezTo>
                        <a:pt x="12001" y="5473"/>
                        <a:pt x="11954" y="5464"/>
                        <a:pt x="11919" y="5446"/>
                      </a:cubicBezTo>
                      <a:lnTo>
                        <a:pt x="11581" y="5253"/>
                      </a:lnTo>
                      <a:cubicBezTo>
                        <a:pt x="11508" y="5210"/>
                        <a:pt x="11508" y="5137"/>
                        <a:pt x="11581" y="5094"/>
                      </a:cubicBezTo>
                      <a:lnTo>
                        <a:pt x="11912" y="4901"/>
                      </a:lnTo>
                      <a:cubicBezTo>
                        <a:pt x="11951" y="4879"/>
                        <a:pt x="11999" y="4869"/>
                        <a:pt x="12047" y="4869"/>
                      </a:cubicBezTo>
                      <a:close/>
                      <a:moveTo>
                        <a:pt x="10934" y="5055"/>
                      </a:moveTo>
                      <a:cubicBezTo>
                        <a:pt x="10980" y="5055"/>
                        <a:pt x="11027" y="5066"/>
                        <a:pt x="11063" y="5087"/>
                      </a:cubicBezTo>
                      <a:lnTo>
                        <a:pt x="11329" y="5237"/>
                      </a:lnTo>
                      <a:cubicBezTo>
                        <a:pt x="11401" y="5274"/>
                        <a:pt x="11401" y="5346"/>
                        <a:pt x="11329" y="5389"/>
                      </a:cubicBezTo>
                      <a:lnTo>
                        <a:pt x="11034" y="5562"/>
                      </a:lnTo>
                      <a:cubicBezTo>
                        <a:pt x="10994" y="5583"/>
                        <a:pt x="10946" y="5594"/>
                        <a:pt x="10898" y="5594"/>
                      </a:cubicBezTo>
                      <a:cubicBezTo>
                        <a:pt x="10851" y="5594"/>
                        <a:pt x="10804" y="5583"/>
                        <a:pt x="10768" y="5562"/>
                      </a:cubicBezTo>
                      <a:lnTo>
                        <a:pt x="10509" y="5410"/>
                      </a:lnTo>
                      <a:cubicBezTo>
                        <a:pt x="10430" y="5367"/>
                        <a:pt x="10430" y="5296"/>
                        <a:pt x="10503" y="5260"/>
                      </a:cubicBezTo>
                      <a:lnTo>
                        <a:pt x="10804" y="5087"/>
                      </a:lnTo>
                      <a:cubicBezTo>
                        <a:pt x="10841" y="5066"/>
                        <a:pt x="10887" y="5055"/>
                        <a:pt x="10934" y="5055"/>
                      </a:cubicBezTo>
                      <a:close/>
                      <a:moveTo>
                        <a:pt x="13937" y="5177"/>
                      </a:moveTo>
                      <a:cubicBezTo>
                        <a:pt x="13985" y="5177"/>
                        <a:pt x="14032" y="5188"/>
                        <a:pt x="14068" y="5210"/>
                      </a:cubicBezTo>
                      <a:lnTo>
                        <a:pt x="14377" y="5389"/>
                      </a:lnTo>
                      <a:cubicBezTo>
                        <a:pt x="14448" y="5432"/>
                        <a:pt x="14457" y="5496"/>
                        <a:pt x="14377" y="5539"/>
                      </a:cubicBezTo>
                      <a:lnTo>
                        <a:pt x="14082" y="5712"/>
                      </a:lnTo>
                      <a:cubicBezTo>
                        <a:pt x="14046" y="5733"/>
                        <a:pt x="13999" y="5744"/>
                        <a:pt x="13952" y="5744"/>
                      </a:cubicBezTo>
                      <a:cubicBezTo>
                        <a:pt x="13905" y="5744"/>
                        <a:pt x="13856" y="5733"/>
                        <a:pt x="13817" y="5712"/>
                      </a:cubicBezTo>
                      <a:lnTo>
                        <a:pt x="13508" y="5532"/>
                      </a:lnTo>
                      <a:cubicBezTo>
                        <a:pt x="13435" y="5496"/>
                        <a:pt x="13435" y="5425"/>
                        <a:pt x="13508" y="5382"/>
                      </a:cubicBezTo>
                      <a:lnTo>
                        <a:pt x="13801" y="5210"/>
                      </a:lnTo>
                      <a:cubicBezTo>
                        <a:pt x="13841" y="5188"/>
                        <a:pt x="13889" y="5177"/>
                        <a:pt x="13937" y="5177"/>
                      </a:cubicBezTo>
                      <a:close/>
                      <a:moveTo>
                        <a:pt x="15061" y="5328"/>
                      </a:moveTo>
                      <a:cubicBezTo>
                        <a:pt x="15108" y="5328"/>
                        <a:pt x="15157" y="5338"/>
                        <a:pt x="15197" y="5360"/>
                      </a:cubicBezTo>
                      <a:lnTo>
                        <a:pt x="15512" y="5548"/>
                      </a:lnTo>
                      <a:cubicBezTo>
                        <a:pt x="15592" y="5582"/>
                        <a:pt x="15592" y="5655"/>
                        <a:pt x="15519" y="5698"/>
                      </a:cubicBezTo>
                      <a:lnTo>
                        <a:pt x="15469" y="5727"/>
                      </a:lnTo>
                      <a:cubicBezTo>
                        <a:pt x="15433" y="5749"/>
                        <a:pt x="15385" y="5760"/>
                        <a:pt x="15336" y="5760"/>
                      </a:cubicBezTo>
                      <a:cubicBezTo>
                        <a:pt x="15288" y="5760"/>
                        <a:pt x="15240" y="5749"/>
                        <a:pt x="15204" y="5727"/>
                      </a:cubicBezTo>
                      <a:lnTo>
                        <a:pt x="14879" y="5539"/>
                      </a:lnTo>
                      <a:cubicBezTo>
                        <a:pt x="14808" y="5496"/>
                        <a:pt x="14808" y="5425"/>
                        <a:pt x="14879" y="5389"/>
                      </a:cubicBezTo>
                      <a:lnTo>
                        <a:pt x="14931" y="5360"/>
                      </a:lnTo>
                      <a:cubicBezTo>
                        <a:pt x="14966" y="5338"/>
                        <a:pt x="15013" y="5328"/>
                        <a:pt x="15061" y="5328"/>
                      </a:cubicBezTo>
                      <a:close/>
                      <a:moveTo>
                        <a:pt x="9859" y="5214"/>
                      </a:moveTo>
                      <a:cubicBezTo>
                        <a:pt x="9907" y="5214"/>
                        <a:pt x="9956" y="5224"/>
                        <a:pt x="9992" y="5246"/>
                      </a:cubicBezTo>
                      <a:lnTo>
                        <a:pt x="10301" y="5425"/>
                      </a:lnTo>
                      <a:cubicBezTo>
                        <a:pt x="10373" y="5469"/>
                        <a:pt x="10373" y="5532"/>
                        <a:pt x="10301" y="5575"/>
                      </a:cubicBezTo>
                      <a:lnTo>
                        <a:pt x="9992" y="5755"/>
                      </a:lnTo>
                      <a:cubicBezTo>
                        <a:pt x="9956" y="5776"/>
                        <a:pt x="9909" y="5787"/>
                        <a:pt x="9863" y="5787"/>
                      </a:cubicBezTo>
                      <a:cubicBezTo>
                        <a:pt x="9816" y="5787"/>
                        <a:pt x="9769" y="5776"/>
                        <a:pt x="9733" y="5755"/>
                      </a:cubicBezTo>
                      <a:lnTo>
                        <a:pt x="9417" y="5575"/>
                      </a:lnTo>
                      <a:cubicBezTo>
                        <a:pt x="9345" y="5532"/>
                        <a:pt x="9345" y="5469"/>
                        <a:pt x="9417" y="5425"/>
                      </a:cubicBezTo>
                      <a:lnTo>
                        <a:pt x="9726" y="5246"/>
                      </a:lnTo>
                      <a:cubicBezTo>
                        <a:pt x="9763" y="5224"/>
                        <a:pt x="9811" y="5214"/>
                        <a:pt x="9859" y="5214"/>
                      </a:cubicBezTo>
                      <a:close/>
                      <a:moveTo>
                        <a:pt x="12763" y="5284"/>
                      </a:moveTo>
                      <a:cubicBezTo>
                        <a:pt x="12812" y="5284"/>
                        <a:pt x="12860" y="5295"/>
                        <a:pt x="12895" y="5317"/>
                      </a:cubicBezTo>
                      <a:lnTo>
                        <a:pt x="13190" y="5489"/>
                      </a:lnTo>
                      <a:cubicBezTo>
                        <a:pt x="13263" y="5532"/>
                        <a:pt x="13263" y="5598"/>
                        <a:pt x="13190" y="5641"/>
                      </a:cubicBezTo>
                      <a:lnTo>
                        <a:pt x="12861" y="5834"/>
                      </a:lnTo>
                      <a:cubicBezTo>
                        <a:pt x="12825" y="5856"/>
                        <a:pt x="12776" y="5867"/>
                        <a:pt x="12727" y="5867"/>
                      </a:cubicBezTo>
                      <a:cubicBezTo>
                        <a:pt x="12678" y="5867"/>
                        <a:pt x="12630" y="5856"/>
                        <a:pt x="12593" y="5834"/>
                      </a:cubicBezTo>
                      <a:lnTo>
                        <a:pt x="12300" y="5662"/>
                      </a:lnTo>
                      <a:cubicBezTo>
                        <a:pt x="12228" y="5619"/>
                        <a:pt x="12228" y="5555"/>
                        <a:pt x="12300" y="5512"/>
                      </a:cubicBezTo>
                      <a:lnTo>
                        <a:pt x="12630" y="5317"/>
                      </a:lnTo>
                      <a:cubicBezTo>
                        <a:pt x="12666" y="5295"/>
                        <a:pt x="12715" y="5284"/>
                        <a:pt x="12763" y="5284"/>
                      </a:cubicBezTo>
                      <a:close/>
                      <a:moveTo>
                        <a:pt x="11573" y="5421"/>
                      </a:moveTo>
                      <a:cubicBezTo>
                        <a:pt x="11620" y="5421"/>
                        <a:pt x="11667" y="5431"/>
                        <a:pt x="11703" y="5453"/>
                      </a:cubicBezTo>
                      <a:lnTo>
                        <a:pt x="12041" y="5648"/>
                      </a:lnTo>
                      <a:cubicBezTo>
                        <a:pt x="12112" y="5691"/>
                        <a:pt x="12112" y="5764"/>
                        <a:pt x="12041" y="5798"/>
                      </a:cubicBezTo>
                      <a:lnTo>
                        <a:pt x="11746" y="5971"/>
                      </a:lnTo>
                      <a:cubicBezTo>
                        <a:pt x="11710" y="5992"/>
                        <a:pt x="11663" y="6003"/>
                        <a:pt x="11616" y="6003"/>
                      </a:cubicBezTo>
                      <a:cubicBezTo>
                        <a:pt x="11570" y="6003"/>
                        <a:pt x="11523" y="5992"/>
                        <a:pt x="11488" y="5971"/>
                      </a:cubicBezTo>
                      <a:lnTo>
                        <a:pt x="11149" y="5777"/>
                      </a:lnTo>
                      <a:cubicBezTo>
                        <a:pt x="11077" y="5741"/>
                        <a:pt x="11077" y="5669"/>
                        <a:pt x="11149" y="5626"/>
                      </a:cubicBezTo>
                      <a:lnTo>
                        <a:pt x="11444" y="5453"/>
                      </a:lnTo>
                      <a:cubicBezTo>
                        <a:pt x="11480" y="5431"/>
                        <a:pt x="11526" y="5421"/>
                        <a:pt x="11573" y="5421"/>
                      </a:cubicBezTo>
                      <a:close/>
                      <a:moveTo>
                        <a:pt x="14628" y="5579"/>
                      </a:moveTo>
                      <a:cubicBezTo>
                        <a:pt x="14675" y="5579"/>
                        <a:pt x="14722" y="5590"/>
                        <a:pt x="14758" y="5612"/>
                      </a:cubicBezTo>
                      <a:lnTo>
                        <a:pt x="15081" y="5798"/>
                      </a:lnTo>
                      <a:cubicBezTo>
                        <a:pt x="15153" y="5834"/>
                        <a:pt x="15153" y="5907"/>
                        <a:pt x="15081" y="5950"/>
                      </a:cubicBezTo>
                      <a:lnTo>
                        <a:pt x="14786" y="6122"/>
                      </a:lnTo>
                      <a:cubicBezTo>
                        <a:pt x="14751" y="6144"/>
                        <a:pt x="14702" y="6155"/>
                        <a:pt x="14654" y="6155"/>
                      </a:cubicBezTo>
                      <a:cubicBezTo>
                        <a:pt x="14605" y="6155"/>
                        <a:pt x="14557" y="6144"/>
                        <a:pt x="14520" y="6122"/>
                      </a:cubicBezTo>
                      <a:lnTo>
                        <a:pt x="14198" y="5936"/>
                      </a:lnTo>
                      <a:cubicBezTo>
                        <a:pt x="14125" y="5893"/>
                        <a:pt x="14125" y="5827"/>
                        <a:pt x="14198" y="5784"/>
                      </a:cubicBezTo>
                      <a:lnTo>
                        <a:pt x="14500" y="5612"/>
                      </a:lnTo>
                      <a:cubicBezTo>
                        <a:pt x="14535" y="5590"/>
                        <a:pt x="14582" y="5579"/>
                        <a:pt x="14628" y="5579"/>
                      </a:cubicBezTo>
                      <a:close/>
                      <a:moveTo>
                        <a:pt x="10549" y="5616"/>
                      </a:moveTo>
                      <a:cubicBezTo>
                        <a:pt x="10597" y="5616"/>
                        <a:pt x="10646" y="5626"/>
                        <a:pt x="10682" y="5648"/>
                      </a:cubicBezTo>
                      <a:lnTo>
                        <a:pt x="10941" y="5791"/>
                      </a:lnTo>
                      <a:cubicBezTo>
                        <a:pt x="11013" y="5834"/>
                        <a:pt x="11013" y="5907"/>
                        <a:pt x="10941" y="5950"/>
                      </a:cubicBezTo>
                      <a:lnTo>
                        <a:pt x="10632" y="6129"/>
                      </a:lnTo>
                      <a:cubicBezTo>
                        <a:pt x="10596" y="6147"/>
                        <a:pt x="10549" y="6156"/>
                        <a:pt x="10503" y="6156"/>
                      </a:cubicBezTo>
                      <a:cubicBezTo>
                        <a:pt x="10456" y="6156"/>
                        <a:pt x="10409" y="6147"/>
                        <a:pt x="10373" y="6129"/>
                      </a:cubicBezTo>
                      <a:lnTo>
                        <a:pt x="10108" y="5979"/>
                      </a:lnTo>
                      <a:cubicBezTo>
                        <a:pt x="10035" y="5936"/>
                        <a:pt x="10035" y="5864"/>
                        <a:pt x="10108" y="5820"/>
                      </a:cubicBezTo>
                      <a:lnTo>
                        <a:pt x="10416" y="5648"/>
                      </a:lnTo>
                      <a:cubicBezTo>
                        <a:pt x="10453" y="5626"/>
                        <a:pt x="10501" y="5616"/>
                        <a:pt x="10549" y="5616"/>
                      </a:cubicBezTo>
                      <a:close/>
                      <a:moveTo>
                        <a:pt x="15764" y="5731"/>
                      </a:moveTo>
                      <a:cubicBezTo>
                        <a:pt x="15811" y="5731"/>
                        <a:pt x="15857" y="5742"/>
                        <a:pt x="15894" y="5764"/>
                      </a:cubicBezTo>
                      <a:lnTo>
                        <a:pt x="16232" y="5957"/>
                      </a:lnTo>
                      <a:cubicBezTo>
                        <a:pt x="16302" y="6000"/>
                        <a:pt x="16302" y="6072"/>
                        <a:pt x="16232" y="6109"/>
                      </a:cubicBezTo>
                      <a:lnTo>
                        <a:pt x="16189" y="6136"/>
                      </a:lnTo>
                      <a:cubicBezTo>
                        <a:pt x="16149" y="6158"/>
                        <a:pt x="16100" y="6169"/>
                        <a:pt x="16052" y="6169"/>
                      </a:cubicBezTo>
                      <a:cubicBezTo>
                        <a:pt x="16005" y="6169"/>
                        <a:pt x="15958" y="6158"/>
                        <a:pt x="15923" y="6136"/>
                      </a:cubicBezTo>
                      <a:lnTo>
                        <a:pt x="15585" y="5943"/>
                      </a:lnTo>
                      <a:cubicBezTo>
                        <a:pt x="15512" y="5900"/>
                        <a:pt x="15512" y="5834"/>
                        <a:pt x="15585" y="5791"/>
                      </a:cubicBezTo>
                      <a:lnTo>
                        <a:pt x="15635" y="5764"/>
                      </a:lnTo>
                      <a:cubicBezTo>
                        <a:pt x="15671" y="5742"/>
                        <a:pt x="15718" y="5731"/>
                        <a:pt x="15764" y="5731"/>
                      </a:cubicBezTo>
                      <a:close/>
                      <a:moveTo>
                        <a:pt x="13442" y="5678"/>
                      </a:moveTo>
                      <a:cubicBezTo>
                        <a:pt x="13489" y="5678"/>
                        <a:pt x="13535" y="5687"/>
                        <a:pt x="13572" y="5705"/>
                      </a:cubicBezTo>
                      <a:lnTo>
                        <a:pt x="13880" y="5884"/>
                      </a:lnTo>
                      <a:cubicBezTo>
                        <a:pt x="13960" y="5927"/>
                        <a:pt x="13960" y="6000"/>
                        <a:pt x="13887" y="6043"/>
                      </a:cubicBezTo>
                      <a:lnTo>
                        <a:pt x="13551" y="6238"/>
                      </a:lnTo>
                      <a:cubicBezTo>
                        <a:pt x="13515" y="6255"/>
                        <a:pt x="13468" y="6264"/>
                        <a:pt x="13420" y="6264"/>
                      </a:cubicBezTo>
                      <a:cubicBezTo>
                        <a:pt x="13372" y="6264"/>
                        <a:pt x="13323" y="6255"/>
                        <a:pt x="13283" y="6238"/>
                      </a:cubicBezTo>
                      <a:lnTo>
                        <a:pt x="12975" y="6057"/>
                      </a:lnTo>
                      <a:cubicBezTo>
                        <a:pt x="12904" y="6014"/>
                        <a:pt x="12904" y="5943"/>
                        <a:pt x="12975" y="5900"/>
                      </a:cubicBezTo>
                      <a:lnTo>
                        <a:pt x="13313" y="5705"/>
                      </a:lnTo>
                      <a:cubicBezTo>
                        <a:pt x="13349" y="5687"/>
                        <a:pt x="13396" y="5678"/>
                        <a:pt x="13442" y="5678"/>
                      </a:cubicBezTo>
                      <a:close/>
                      <a:moveTo>
                        <a:pt x="12292" y="5838"/>
                      </a:moveTo>
                      <a:cubicBezTo>
                        <a:pt x="12339" y="5838"/>
                        <a:pt x="12386" y="5849"/>
                        <a:pt x="12421" y="5870"/>
                      </a:cubicBezTo>
                      <a:lnTo>
                        <a:pt x="12723" y="6043"/>
                      </a:lnTo>
                      <a:cubicBezTo>
                        <a:pt x="12795" y="6086"/>
                        <a:pt x="12795" y="6152"/>
                        <a:pt x="12723" y="6195"/>
                      </a:cubicBezTo>
                      <a:lnTo>
                        <a:pt x="12430" y="6367"/>
                      </a:lnTo>
                      <a:cubicBezTo>
                        <a:pt x="12393" y="6389"/>
                        <a:pt x="12345" y="6400"/>
                        <a:pt x="12296" y="6400"/>
                      </a:cubicBezTo>
                      <a:cubicBezTo>
                        <a:pt x="12247" y="6400"/>
                        <a:pt x="12198" y="6389"/>
                        <a:pt x="12162" y="6367"/>
                      </a:cubicBezTo>
                      <a:lnTo>
                        <a:pt x="11869" y="6195"/>
                      </a:lnTo>
                      <a:cubicBezTo>
                        <a:pt x="11790" y="6152"/>
                        <a:pt x="11790" y="6086"/>
                        <a:pt x="11860" y="6043"/>
                      </a:cubicBezTo>
                      <a:lnTo>
                        <a:pt x="12162" y="5870"/>
                      </a:lnTo>
                      <a:cubicBezTo>
                        <a:pt x="12198" y="5849"/>
                        <a:pt x="12245" y="5838"/>
                        <a:pt x="12292" y="5838"/>
                      </a:cubicBezTo>
                      <a:close/>
                      <a:moveTo>
                        <a:pt x="16483" y="6147"/>
                      </a:moveTo>
                      <a:cubicBezTo>
                        <a:pt x="16530" y="6147"/>
                        <a:pt x="16577" y="6158"/>
                        <a:pt x="16613" y="6179"/>
                      </a:cubicBezTo>
                      <a:lnTo>
                        <a:pt x="16915" y="6352"/>
                      </a:lnTo>
                      <a:cubicBezTo>
                        <a:pt x="16986" y="6388"/>
                        <a:pt x="16986" y="6460"/>
                        <a:pt x="16915" y="6504"/>
                      </a:cubicBezTo>
                      <a:lnTo>
                        <a:pt x="16863" y="6531"/>
                      </a:lnTo>
                      <a:cubicBezTo>
                        <a:pt x="16828" y="6553"/>
                        <a:pt x="16779" y="6564"/>
                        <a:pt x="16731" y="6564"/>
                      </a:cubicBezTo>
                      <a:cubicBezTo>
                        <a:pt x="16682" y="6564"/>
                        <a:pt x="16634" y="6553"/>
                        <a:pt x="16597" y="6531"/>
                      </a:cubicBezTo>
                      <a:lnTo>
                        <a:pt x="16302" y="6359"/>
                      </a:lnTo>
                      <a:cubicBezTo>
                        <a:pt x="16232" y="6316"/>
                        <a:pt x="16232" y="6252"/>
                        <a:pt x="16302" y="6209"/>
                      </a:cubicBezTo>
                      <a:lnTo>
                        <a:pt x="16354" y="6179"/>
                      </a:lnTo>
                      <a:cubicBezTo>
                        <a:pt x="16390" y="6158"/>
                        <a:pt x="16436" y="6147"/>
                        <a:pt x="16483" y="6147"/>
                      </a:cubicBezTo>
                      <a:close/>
                      <a:moveTo>
                        <a:pt x="11192" y="5981"/>
                      </a:moveTo>
                      <a:cubicBezTo>
                        <a:pt x="11239" y="5981"/>
                        <a:pt x="11286" y="5992"/>
                        <a:pt x="11322" y="6014"/>
                      </a:cubicBezTo>
                      <a:lnTo>
                        <a:pt x="11660" y="6209"/>
                      </a:lnTo>
                      <a:cubicBezTo>
                        <a:pt x="11731" y="6252"/>
                        <a:pt x="11731" y="6316"/>
                        <a:pt x="11660" y="6359"/>
                      </a:cubicBezTo>
                      <a:lnTo>
                        <a:pt x="11351" y="6540"/>
                      </a:lnTo>
                      <a:cubicBezTo>
                        <a:pt x="11315" y="6561"/>
                        <a:pt x="11268" y="6572"/>
                        <a:pt x="11220" y="6572"/>
                      </a:cubicBezTo>
                      <a:cubicBezTo>
                        <a:pt x="11172" y="6572"/>
                        <a:pt x="11124" y="6561"/>
                        <a:pt x="11084" y="6540"/>
                      </a:cubicBezTo>
                      <a:lnTo>
                        <a:pt x="10754" y="6345"/>
                      </a:lnTo>
                      <a:cubicBezTo>
                        <a:pt x="10682" y="6302"/>
                        <a:pt x="10675" y="6238"/>
                        <a:pt x="10754" y="6195"/>
                      </a:cubicBezTo>
                      <a:lnTo>
                        <a:pt x="11056" y="6014"/>
                      </a:lnTo>
                      <a:cubicBezTo>
                        <a:pt x="11096" y="5992"/>
                        <a:pt x="11144" y="5981"/>
                        <a:pt x="11192" y="5981"/>
                      </a:cubicBezTo>
                      <a:close/>
                      <a:moveTo>
                        <a:pt x="14132" y="6076"/>
                      </a:moveTo>
                      <a:cubicBezTo>
                        <a:pt x="14179" y="6076"/>
                        <a:pt x="14225" y="6087"/>
                        <a:pt x="14262" y="6109"/>
                      </a:cubicBezTo>
                      <a:lnTo>
                        <a:pt x="14586" y="6295"/>
                      </a:lnTo>
                      <a:cubicBezTo>
                        <a:pt x="14657" y="6338"/>
                        <a:pt x="14664" y="6402"/>
                        <a:pt x="14586" y="6445"/>
                      </a:cubicBezTo>
                      <a:lnTo>
                        <a:pt x="14255" y="6640"/>
                      </a:lnTo>
                      <a:cubicBezTo>
                        <a:pt x="14218" y="6661"/>
                        <a:pt x="14170" y="6672"/>
                        <a:pt x="14121" y="6672"/>
                      </a:cubicBezTo>
                      <a:cubicBezTo>
                        <a:pt x="14073" y="6672"/>
                        <a:pt x="14024" y="6661"/>
                        <a:pt x="13989" y="6640"/>
                      </a:cubicBezTo>
                      <a:lnTo>
                        <a:pt x="13665" y="6454"/>
                      </a:lnTo>
                      <a:cubicBezTo>
                        <a:pt x="13594" y="6410"/>
                        <a:pt x="13594" y="6345"/>
                        <a:pt x="13665" y="6302"/>
                      </a:cubicBezTo>
                      <a:lnTo>
                        <a:pt x="14003" y="6109"/>
                      </a:lnTo>
                      <a:cubicBezTo>
                        <a:pt x="14039" y="6087"/>
                        <a:pt x="14086" y="6076"/>
                        <a:pt x="14132" y="6076"/>
                      </a:cubicBezTo>
                      <a:close/>
                      <a:moveTo>
                        <a:pt x="12972" y="6226"/>
                      </a:moveTo>
                      <a:cubicBezTo>
                        <a:pt x="13020" y="6226"/>
                        <a:pt x="13069" y="6237"/>
                        <a:pt x="13104" y="6259"/>
                      </a:cubicBezTo>
                      <a:lnTo>
                        <a:pt x="13413" y="6438"/>
                      </a:lnTo>
                      <a:cubicBezTo>
                        <a:pt x="13485" y="6481"/>
                        <a:pt x="13485" y="6554"/>
                        <a:pt x="13413" y="6590"/>
                      </a:cubicBezTo>
                      <a:lnTo>
                        <a:pt x="13120" y="6762"/>
                      </a:lnTo>
                      <a:cubicBezTo>
                        <a:pt x="13083" y="6784"/>
                        <a:pt x="13035" y="6795"/>
                        <a:pt x="12986" y="6795"/>
                      </a:cubicBezTo>
                      <a:cubicBezTo>
                        <a:pt x="12937" y="6795"/>
                        <a:pt x="12888" y="6784"/>
                        <a:pt x="12852" y="6762"/>
                      </a:cubicBezTo>
                      <a:lnTo>
                        <a:pt x="12543" y="6583"/>
                      </a:lnTo>
                      <a:cubicBezTo>
                        <a:pt x="12473" y="6547"/>
                        <a:pt x="12473" y="6474"/>
                        <a:pt x="12543" y="6431"/>
                      </a:cubicBezTo>
                      <a:lnTo>
                        <a:pt x="12838" y="6259"/>
                      </a:lnTo>
                      <a:cubicBezTo>
                        <a:pt x="12875" y="6237"/>
                        <a:pt x="12923" y="6226"/>
                        <a:pt x="12972" y="6226"/>
                      </a:cubicBezTo>
                      <a:close/>
                      <a:moveTo>
                        <a:pt x="15333" y="5981"/>
                      </a:moveTo>
                      <a:cubicBezTo>
                        <a:pt x="15379" y="5981"/>
                        <a:pt x="15426" y="5992"/>
                        <a:pt x="15462" y="6014"/>
                      </a:cubicBezTo>
                      <a:lnTo>
                        <a:pt x="16475" y="6604"/>
                      </a:lnTo>
                      <a:cubicBezTo>
                        <a:pt x="16547" y="6647"/>
                        <a:pt x="16554" y="6712"/>
                        <a:pt x="16475" y="6755"/>
                      </a:cubicBezTo>
                      <a:lnTo>
                        <a:pt x="16182" y="6928"/>
                      </a:lnTo>
                      <a:cubicBezTo>
                        <a:pt x="16145" y="6950"/>
                        <a:pt x="16097" y="6960"/>
                        <a:pt x="16048" y="6960"/>
                      </a:cubicBezTo>
                      <a:cubicBezTo>
                        <a:pt x="15999" y="6960"/>
                        <a:pt x="15950" y="6950"/>
                        <a:pt x="15914" y="6928"/>
                      </a:cubicBezTo>
                      <a:lnTo>
                        <a:pt x="14902" y="6338"/>
                      </a:lnTo>
                      <a:cubicBezTo>
                        <a:pt x="14829" y="6302"/>
                        <a:pt x="14829" y="6229"/>
                        <a:pt x="14902" y="6186"/>
                      </a:cubicBezTo>
                      <a:lnTo>
                        <a:pt x="15204" y="6014"/>
                      </a:lnTo>
                      <a:cubicBezTo>
                        <a:pt x="15240" y="5992"/>
                        <a:pt x="15286" y="5981"/>
                        <a:pt x="15333" y="5981"/>
                      </a:cubicBezTo>
                      <a:close/>
                      <a:moveTo>
                        <a:pt x="11908" y="6399"/>
                      </a:moveTo>
                      <a:cubicBezTo>
                        <a:pt x="11956" y="6399"/>
                        <a:pt x="12005" y="6410"/>
                        <a:pt x="12041" y="6431"/>
                      </a:cubicBezTo>
                      <a:lnTo>
                        <a:pt x="12335" y="6604"/>
                      </a:lnTo>
                      <a:cubicBezTo>
                        <a:pt x="12407" y="6640"/>
                        <a:pt x="12407" y="6712"/>
                        <a:pt x="12335" y="6755"/>
                      </a:cubicBezTo>
                      <a:lnTo>
                        <a:pt x="12026" y="6935"/>
                      </a:lnTo>
                      <a:cubicBezTo>
                        <a:pt x="11992" y="6956"/>
                        <a:pt x="11948" y="6965"/>
                        <a:pt x="11903" y="6965"/>
                      </a:cubicBezTo>
                      <a:cubicBezTo>
                        <a:pt x="11854" y="6965"/>
                        <a:pt x="11805" y="6954"/>
                        <a:pt x="11767" y="6935"/>
                      </a:cubicBezTo>
                      <a:lnTo>
                        <a:pt x="11465" y="6762"/>
                      </a:lnTo>
                      <a:cubicBezTo>
                        <a:pt x="11394" y="6719"/>
                        <a:pt x="11394" y="6647"/>
                        <a:pt x="11465" y="6611"/>
                      </a:cubicBezTo>
                      <a:lnTo>
                        <a:pt x="11774" y="6431"/>
                      </a:lnTo>
                      <a:cubicBezTo>
                        <a:pt x="11810" y="6410"/>
                        <a:pt x="11859" y="6399"/>
                        <a:pt x="11908" y="6399"/>
                      </a:cubicBezTo>
                      <a:close/>
                      <a:moveTo>
                        <a:pt x="7189" y="4465"/>
                      </a:moveTo>
                      <a:cubicBezTo>
                        <a:pt x="7235" y="4465"/>
                        <a:pt x="7282" y="4476"/>
                        <a:pt x="7318" y="4497"/>
                      </a:cubicBezTo>
                      <a:lnTo>
                        <a:pt x="10970" y="6611"/>
                      </a:lnTo>
                      <a:cubicBezTo>
                        <a:pt x="11049" y="6647"/>
                        <a:pt x="11049" y="6719"/>
                        <a:pt x="10977" y="6762"/>
                      </a:cubicBezTo>
                      <a:lnTo>
                        <a:pt x="10668" y="6942"/>
                      </a:lnTo>
                      <a:cubicBezTo>
                        <a:pt x="10632" y="6960"/>
                        <a:pt x="10583" y="6969"/>
                        <a:pt x="10535" y="6969"/>
                      </a:cubicBezTo>
                      <a:cubicBezTo>
                        <a:pt x="10486" y="6969"/>
                        <a:pt x="10438" y="6960"/>
                        <a:pt x="10403" y="6942"/>
                      </a:cubicBezTo>
                      <a:lnTo>
                        <a:pt x="6750" y="4829"/>
                      </a:lnTo>
                      <a:cubicBezTo>
                        <a:pt x="6678" y="4785"/>
                        <a:pt x="6678" y="4720"/>
                        <a:pt x="6750" y="4677"/>
                      </a:cubicBezTo>
                      <a:lnTo>
                        <a:pt x="7059" y="4497"/>
                      </a:lnTo>
                      <a:cubicBezTo>
                        <a:pt x="7095" y="4476"/>
                        <a:pt x="7142" y="4465"/>
                        <a:pt x="7189" y="4465"/>
                      </a:cubicBezTo>
                      <a:close/>
                      <a:moveTo>
                        <a:pt x="17160" y="6535"/>
                      </a:moveTo>
                      <a:cubicBezTo>
                        <a:pt x="17207" y="6535"/>
                        <a:pt x="17256" y="6546"/>
                        <a:pt x="17294" y="6567"/>
                      </a:cubicBezTo>
                      <a:lnTo>
                        <a:pt x="17662" y="6783"/>
                      </a:lnTo>
                      <a:cubicBezTo>
                        <a:pt x="17734" y="6826"/>
                        <a:pt x="17734" y="6892"/>
                        <a:pt x="17662" y="6935"/>
                      </a:cubicBezTo>
                      <a:lnTo>
                        <a:pt x="17612" y="6962"/>
                      </a:lnTo>
                      <a:cubicBezTo>
                        <a:pt x="17576" y="6984"/>
                        <a:pt x="17529" y="6995"/>
                        <a:pt x="17482" y="6995"/>
                      </a:cubicBezTo>
                      <a:cubicBezTo>
                        <a:pt x="17435" y="6995"/>
                        <a:pt x="17388" y="6984"/>
                        <a:pt x="17353" y="6962"/>
                      </a:cubicBezTo>
                      <a:lnTo>
                        <a:pt x="16979" y="6747"/>
                      </a:lnTo>
                      <a:cubicBezTo>
                        <a:pt x="16906" y="6712"/>
                        <a:pt x="16906" y="6640"/>
                        <a:pt x="16979" y="6597"/>
                      </a:cubicBezTo>
                      <a:lnTo>
                        <a:pt x="17029" y="6567"/>
                      </a:lnTo>
                      <a:cubicBezTo>
                        <a:pt x="17065" y="6546"/>
                        <a:pt x="17112" y="6535"/>
                        <a:pt x="17160" y="6535"/>
                      </a:cubicBezTo>
                      <a:close/>
                      <a:moveTo>
                        <a:pt x="11221" y="6794"/>
                      </a:moveTo>
                      <a:cubicBezTo>
                        <a:pt x="11268" y="6794"/>
                        <a:pt x="11315" y="6805"/>
                        <a:pt x="11351" y="6826"/>
                      </a:cubicBezTo>
                      <a:lnTo>
                        <a:pt x="11653" y="6999"/>
                      </a:lnTo>
                      <a:cubicBezTo>
                        <a:pt x="11724" y="7042"/>
                        <a:pt x="11724" y="7107"/>
                        <a:pt x="11653" y="7151"/>
                      </a:cubicBezTo>
                      <a:lnTo>
                        <a:pt x="11343" y="7330"/>
                      </a:lnTo>
                      <a:cubicBezTo>
                        <a:pt x="11307" y="7351"/>
                        <a:pt x="11261" y="7362"/>
                        <a:pt x="11213" y="7362"/>
                      </a:cubicBezTo>
                      <a:cubicBezTo>
                        <a:pt x="11165" y="7362"/>
                        <a:pt x="11117" y="7351"/>
                        <a:pt x="11077" y="7330"/>
                      </a:cubicBezTo>
                      <a:lnTo>
                        <a:pt x="10782" y="7157"/>
                      </a:lnTo>
                      <a:cubicBezTo>
                        <a:pt x="10711" y="7114"/>
                        <a:pt x="10711" y="7049"/>
                        <a:pt x="10782" y="7006"/>
                      </a:cubicBezTo>
                      <a:lnTo>
                        <a:pt x="11093" y="6826"/>
                      </a:lnTo>
                      <a:cubicBezTo>
                        <a:pt x="11128" y="6805"/>
                        <a:pt x="11175" y="6794"/>
                        <a:pt x="11221" y="6794"/>
                      </a:cubicBezTo>
                      <a:close/>
                      <a:moveTo>
                        <a:pt x="14837" y="6483"/>
                      </a:moveTo>
                      <a:cubicBezTo>
                        <a:pt x="14884" y="6483"/>
                        <a:pt x="14930" y="6492"/>
                        <a:pt x="14965" y="6511"/>
                      </a:cubicBezTo>
                      <a:lnTo>
                        <a:pt x="15800" y="6992"/>
                      </a:lnTo>
                      <a:cubicBezTo>
                        <a:pt x="15871" y="7035"/>
                        <a:pt x="15871" y="7107"/>
                        <a:pt x="15800" y="7151"/>
                      </a:cubicBezTo>
                      <a:lnTo>
                        <a:pt x="15469" y="7344"/>
                      </a:lnTo>
                      <a:cubicBezTo>
                        <a:pt x="15433" y="7362"/>
                        <a:pt x="15385" y="7371"/>
                        <a:pt x="15336" y="7371"/>
                      </a:cubicBezTo>
                      <a:cubicBezTo>
                        <a:pt x="15288" y="7371"/>
                        <a:pt x="15240" y="7362"/>
                        <a:pt x="15204" y="7344"/>
                      </a:cubicBezTo>
                      <a:lnTo>
                        <a:pt x="14370" y="6862"/>
                      </a:lnTo>
                      <a:cubicBezTo>
                        <a:pt x="14298" y="6819"/>
                        <a:pt x="14298" y="6747"/>
                        <a:pt x="14370" y="6704"/>
                      </a:cubicBezTo>
                      <a:lnTo>
                        <a:pt x="14707" y="6511"/>
                      </a:lnTo>
                      <a:cubicBezTo>
                        <a:pt x="14743" y="6492"/>
                        <a:pt x="14790" y="6483"/>
                        <a:pt x="14837" y="6483"/>
                      </a:cubicBezTo>
                      <a:close/>
                      <a:moveTo>
                        <a:pt x="16727" y="6787"/>
                      </a:moveTo>
                      <a:cubicBezTo>
                        <a:pt x="16774" y="6787"/>
                        <a:pt x="16821" y="6798"/>
                        <a:pt x="16856" y="6819"/>
                      </a:cubicBezTo>
                      <a:lnTo>
                        <a:pt x="17231" y="7035"/>
                      </a:lnTo>
                      <a:cubicBezTo>
                        <a:pt x="17303" y="7078"/>
                        <a:pt x="17303" y="7144"/>
                        <a:pt x="17231" y="7187"/>
                      </a:cubicBezTo>
                      <a:lnTo>
                        <a:pt x="16929" y="7359"/>
                      </a:lnTo>
                      <a:cubicBezTo>
                        <a:pt x="16892" y="7381"/>
                        <a:pt x="16846" y="7392"/>
                        <a:pt x="16799" y="7392"/>
                      </a:cubicBezTo>
                      <a:cubicBezTo>
                        <a:pt x="16753" y="7392"/>
                        <a:pt x="16706" y="7381"/>
                        <a:pt x="16670" y="7359"/>
                      </a:cubicBezTo>
                      <a:lnTo>
                        <a:pt x="16296" y="7151"/>
                      </a:lnTo>
                      <a:cubicBezTo>
                        <a:pt x="16225" y="7107"/>
                        <a:pt x="16225" y="7035"/>
                        <a:pt x="16296" y="6992"/>
                      </a:cubicBezTo>
                      <a:lnTo>
                        <a:pt x="16597" y="6819"/>
                      </a:lnTo>
                      <a:cubicBezTo>
                        <a:pt x="16634" y="6798"/>
                        <a:pt x="16681" y="6787"/>
                        <a:pt x="16727" y="6787"/>
                      </a:cubicBezTo>
                      <a:close/>
                      <a:moveTo>
                        <a:pt x="11901" y="7189"/>
                      </a:moveTo>
                      <a:cubicBezTo>
                        <a:pt x="11949" y="7189"/>
                        <a:pt x="11997" y="7200"/>
                        <a:pt x="12033" y="7221"/>
                      </a:cubicBezTo>
                      <a:lnTo>
                        <a:pt x="12300" y="7373"/>
                      </a:lnTo>
                      <a:cubicBezTo>
                        <a:pt x="12371" y="7416"/>
                        <a:pt x="12371" y="7480"/>
                        <a:pt x="12300" y="7523"/>
                      </a:cubicBezTo>
                      <a:lnTo>
                        <a:pt x="11990" y="7704"/>
                      </a:lnTo>
                      <a:cubicBezTo>
                        <a:pt x="11954" y="7726"/>
                        <a:pt x="11908" y="7737"/>
                        <a:pt x="11861" y="7737"/>
                      </a:cubicBezTo>
                      <a:cubicBezTo>
                        <a:pt x="11814" y="7737"/>
                        <a:pt x="11767" y="7726"/>
                        <a:pt x="11731" y="7704"/>
                      </a:cubicBezTo>
                      <a:lnTo>
                        <a:pt x="11458" y="7552"/>
                      </a:lnTo>
                      <a:cubicBezTo>
                        <a:pt x="11386" y="7509"/>
                        <a:pt x="11386" y="7437"/>
                        <a:pt x="11458" y="7394"/>
                      </a:cubicBezTo>
                      <a:lnTo>
                        <a:pt x="11767" y="7221"/>
                      </a:lnTo>
                      <a:cubicBezTo>
                        <a:pt x="11803" y="7200"/>
                        <a:pt x="11852" y="7189"/>
                        <a:pt x="11901" y="7189"/>
                      </a:cubicBezTo>
                      <a:close/>
                      <a:moveTo>
                        <a:pt x="12587" y="6787"/>
                      </a:moveTo>
                      <a:cubicBezTo>
                        <a:pt x="12634" y="6787"/>
                        <a:pt x="12681" y="6798"/>
                        <a:pt x="12716" y="6819"/>
                      </a:cubicBezTo>
                      <a:lnTo>
                        <a:pt x="13701" y="7387"/>
                      </a:lnTo>
                      <a:cubicBezTo>
                        <a:pt x="13773" y="7430"/>
                        <a:pt x="13780" y="7502"/>
                        <a:pt x="13708" y="7546"/>
                      </a:cubicBezTo>
                      <a:lnTo>
                        <a:pt x="13399" y="7718"/>
                      </a:lnTo>
                      <a:cubicBezTo>
                        <a:pt x="13363" y="7740"/>
                        <a:pt x="13315" y="7750"/>
                        <a:pt x="13266" y="7750"/>
                      </a:cubicBezTo>
                      <a:cubicBezTo>
                        <a:pt x="13218" y="7750"/>
                        <a:pt x="13170" y="7740"/>
                        <a:pt x="13133" y="7718"/>
                      </a:cubicBezTo>
                      <a:lnTo>
                        <a:pt x="12148" y="7151"/>
                      </a:lnTo>
                      <a:cubicBezTo>
                        <a:pt x="12076" y="7107"/>
                        <a:pt x="12076" y="7042"/>
                        <a:pt x="12148" y="6999"/>
                      </a:cubicBezTo>
                      <a:lnTo>
                        <a:pt x="12457" y="6819"/>
                      </a:lnTo>
                      <a:cubicBezTo>
                        <a:pt x="12493" y="6798"/>
                        <a:pt x="12540" y="6787"/>
                        <a:pt x="12587" y="6787"/>
                      </a:cubicBezTo>
                      <a:close/>
                      <a:moveTo>
                        <a:pt x="13662" y="6628"/>
                      </a:moveTo>
                      <a:cubicBezTo>
                        <a:pt x="13710" y="6628"/>
                        <a:pt x="13759" y="6639"/>
                        <a:pt x="13794" y="6661"/>
                      </a:cubicBezTo>
                      <a:lnTo>
                        <a:pt x="15088" y="7409"/>
                      </a:lnTo>
                      <a:cubicBezTo>
                        <a:pt x="15160" y="7452"/>
                        <a:pt x="15160" y="7516"/>
                        <a:pt x="15088" y="7559"/>
                      </a:cubicBezTo>
                      <a:lnTo>
                        <a:pt x="14793" y="7732"/>
                      </a:lnTo>
                      <a:cubicBezTo>
                        <a:pt x="14758" y="7753"/>
                        <a:pt x="14711" y="7764"/>
                        <a:pt x="14663" y="7764"/>
                      </a:cubicBezTo>
                      <a:cubicBezTo>
                        <a:pt x="14616" y="7764"/>
                        <a:pt x="14567" y="7753"/>
                        <a:pt x="14527" y="7732"/>
                      </a:cubicBezTo>
                      <a:lnTo>
                        <a:pt x="13233" y="6985"/>
                      </a:lnTo>
                      <a:cubicBezTo>
                        <a:pt x="13163" y="6942"/>
                        <a:pt x="13163" y="6876"/>
                        <a:pt x="13233" y="6833"/>
                      </a:cubicBezTo>
                      <a:lnTo>
                        <a:pt x="13528" y="6661"/>
                      </a:lnTo>
                      <a:cubicBezTo>
                        <a:pt x="13565" y="6639"/>
                        <a:pt x="13613" y="6628"/>
                        <a:pt x="13662" y="6628"/>
                      </a:cubicBezTo>
                      <a:close/>
                      <a:moveTo>
                        <a:pt x="16052" y="7182"/>
                      </a:moveTo>
                      <a:cubicBezTo>
                        <a:pt x="16098" y="7182"/>
                        <a:pt x="16145" y="7193"/>
                        <a:pt x="16182" y="7214"/>
                      </a:cubicBezTo>
                      <a:lnTo>
                        <a:pt x="16554" y="7430"/>
                      </a:lnTo>
                      <a:cubicBezTo>
                        <a:pt x="16627" y="7466"/>
                        <a:pt x="16627" y="7539"/>
                        <a:pt x="16554" y="7582"/>
                      </a:cubicBezTo>
                      <a:lnTo>
                        <a:pt x="16216" y="7775"/>
                      </a:lnTo>
                      <a:cubicBezTo>
                        <a:pt x="16181" y="7797"/>
                        <a:pt x="16134" y="7807"/>
                        <a:pt x="16087" y="7807"/>
                      </a:cubicBezTo>
                      <a:cubicBezTo>
                        <a:pt x="16039" y="7807"/>
                        <a:pt x="15990" y="7797"/>
                        <a:pt x="15950" y="7775"/>
                      </a:cubicBezTo>
                      <a:lnTo>
                        <a:pt x="15585" y="7559"/>
                      </a:lnTo>
                      <a:cubicBezTo>
                        <a:pt x="15512" y="7516"/>
                        <a:pt x="15512" y="7452"/>
                        <a:pt x="15585" y="7409"/>
                      </a:cubicBezTo>
                      <a:lnTo>
                        <a:pt x="15923" y="7214"/>
                      </a:lnTo>
                      <a:cubicBezTo>
                        <a:pt x="15958" y="7193"/>
                        <a:pt x="16005" y="7182"/>
                        <a:pt x="16052" y="7182"/>
                      </a:cubicBezTo>
                      <a:close/>
                      <a:moveTo>
                        <a:pt x="12547" y="7563"/>
                      </a:moveTo>
                      <a:cubicBezTo>
                        <a:pt x="12596" y="7563"/>
                        <a:pt x="12644" y="7574"/>
                        <a:pt x="12680" y="7596"/>
                      </a:cubicBezTo>
                      <a:lnTo>
                        <a:pt x="13018" y="7791"/>
                      </a:lnTo>
                      <a:cubicBezTo>
                        <a:pt x="13090" y="7834"/>
                        <a:pt x="13090" y="7897"/>
                        <a:pt x="13018" y="7941"/>
                      </a:cubicBezTo>
                      <a:lnTo>
                        <a:pt x="12709" y="8120"/>
                      </a:lnTo>
                      <a:cubicBezTo>
                        <a:pt x="12673" y="8142"/>
                        <a:pt x="12626" y="8152"/>
                        <a:pt x="12580" y="8152"/>
                      </a:cubicBezTo>
                      <a:cubicBezTo>
                        <a:pt x="12533" y="8152"/>
                        <a:pt x="12486" y="8142"/>
                        <a:pt x="12450" y="8120"/>
                      </a:cubicBezTo>
                      <a:lnTo>
                        <a:pt x="12105" y="7927"/>
                      </a:lnTo>
                      <a:cubicBezTo>
                        <a:pt x="12033" y="7884"/>
                        <a:pt x="12033" y="7811"/>
                        <a:pt x="12105" y="7768"/>
                      </a:cubicBezTo>
                      <a:lnTo>
                        <a:pt x="12414" y="7596"/>
                      </a:lnTo>
                      <a:cubicBezTo>
                        <a:pt x="12450" y="7574"/>
                        <a:pt x="12499" y="7563"/>
                        <a:pt x="12547" y="7563"/>
                      </a:cubicBezTo>
                      <a:close/>
                      <a:moveTo>
                        <a:pt x="13953" y="7577"/>
                      </a:moveTo>
                      <a:cubicBezTo>
                        <a:pt x="13999" y="7577"/>
                        <a:pt x="14046" y="7588"/>
                        <a:pt x="14082" y="7609"/>
                      </a:cubicBezTo>
                      <a:lnTo>
                        <a:pt x="14413" y="7797"/>
                      </a:lnTo>
                      <a:cubicBezTo>
                        <a:pt x="14484" y="7841"/>
                        <a:pt x="14491" y="7911"/>
                        <a:pt x="14420" y="7954"/>
                      </a:cubicBezTo>
                      <a:lnTo>
                        <a:pt x="14112" y="8136"/>
                      </a:lnTo>
                      <a:cubicBezTo>
                        <a:pt x="14072" y="8153"/>
                        <a:pt x="14023" y="8161"/>
                        <a:pt x="13975" y="8161"/>
                      </a:cubicBezTo>
                      <a:cubicBezTo>
                        <a:pt x="13927" y="8161"/>
                        <a:pt x="13880" y="8153"/>
                        <a:pt x="13844" y="8136"/>
                      </a:cubicBezTo>
                      <a:lnTo>
                        <a:pt x="13515" y="7941"/>
                      </a:lnTo>
                      <a:cubicBezTo>
                        <a:pt x="13442" y="7897"/>
                        <a:pt x="13442" y="7834"/>
                        <a:pt x="13515" y="7791"/>
                      </a:cubicBezTo>
                      <a:lnTo>
                        <a:pt x="13823" y="7609"/>
                      </a:lnTo>
                      <a:cubicBezTo>
                        <a:pt x="13860" y="7588"/>
                        <a:pt x="13906" y="7577"/>
                        <a:pt x="13953" y="7577"/>
                      </a:cubicBezTo>
                      <a:close/>
                      <a:moveTo>
                        <a:pt x="15336" y="7599"/>
                      </a:moveTo>
                      <a:cubicBezTo>
                        <a:pt x="15385" y="7599"/>
                        <a:pt x="15433" y="7610"/>
                        <a:pt x="15469" y="7632"/>
                      </a:cubicBezTo>
                      <a:lnTo>
                        <a:pt x="15837" y="7841"/>
                      </a:lnTo>
                      <a:cubicBezTo>
                        <a:pt x="15914" y="7884"/>
                        <a:pt x="15914" y="7954"/>
                        <a:pt x="15844" y="7991"/>
                      </a:cubicBezTo>
                      <a:lnTo>
                        <a:pt x="15542" y="8163"/>
                      </a:lnTo>
                      <a:cubicBezTo>
                        <a:pt x="15505" y="8185"/>
                        <a:pt x="15458" y="8196"/>
                        <a:pt x="15412" y="8196"/>
                      </a:cubicBezTo>
                      <a:cubicBezTo>
                        <a:pt x="15365" y="8196"/>
                        <a:pt x="15318" y="8185"/>
                        <a:pt x="15283" y="8163"/>
                      </a:cubicBezTo>
                      <a:lnTo>
                        <a:pt x="14909" y="7954"/>
                      </a:lnTo>
                      <a:cubicBezTo>
                        <a:pt x="14836" y="7911"/>
                        <a:pt x="14836" y="7841"/>
                        <a:pt x="14909" y="7797"/>
                      </a:cubicBezTo>
                      <a:lnTo>
                        <a:pt x="15204" y="7632"/>
                      </a:lnTo>
                      <a:cubicBezTo>
                        <a:pt x="15240" y="7610"/>
                        <a:pt x="15288" y="7599"/>
                        <a:pt x="15336" y="7599"/>
                      </a:cubicBezTo>
                      <a:close/>
                      <a:moveTo>
                        <a:pt x="13266" y="7974"/>
                      </a:moveTo>
                      <a:cubicBezTo>
                        <a:pt x="13315" y="7974"/>
                        <a:pt x="13363" y="7985"/>
                        <a:pt x="13399" y="8006"/>
                      </a:cubicBezTo>
                      <a:lnTo>
                        <a:pt x="13730" y="8199"/>
                      </a:lnTo>
                      <a:cubicBezTo>
                        <a:pt x="13801" y="8243"/>
                        <a:pt x="13801" y="8308"/>
                        <a:pt x="13730" y="8351"/>
                      </a:cubicBezTo>
                      <a:lnTo>
                        <a:pt x="13421" y="8531"/>
                      </a:lnTo>
                      <a:cubicBezTo>
                        <a:pt x="13385" y="8552"/>
                        <a:pt x="13338" y="8563"/>
                        <a:pt x="13291" y="8563"/>
                      </a:cubicBezTo>
                      <a:cubicBezTo>
                        <a:pt x="13245" y="8563"/>
                        <a:pt x="13198" y="8552"/>
                        <a:pt x="13163" y="8531"/>
                      </a:cubicBezTo>
                      <a:lnTo>
                        <a:pt x="12831" y="8336"/>
                      </a:lnTo>
                      <a:cubicBezTo>
                        <a:pt x="12752" y="8299"/>
                        <a:pt x="12752" y="8229"/>
                        <a:pt x="12825" y="8186"/>
                      </a:cubicBezTo>
                      <a:lnTo>
                        <a:pt x="13133" y="8006"/>
                      </a:lnTo>
                      <a:cubicBezTo>
                        <a:pt x="13170" y="7985"/>
                        <a:pt x="13218" y="7974"/>
                        <a:pt x="13266" y="7974"/>
                      </a:cubicBezTo>
                      <a:close/>
                      <a:moveTo>
                        <a:pt x="14664" y="7988"/>
                      </a:moveTo>
                      <a:cubicBezTo>
                        <a:pt x="14711" y="7988"/>
                        <a:pt x="14758" y="7998"/>
                        <a:pt x="14793" y="8020"/>
                      </a:cubicBezTo>
                      <a:lnTo>
                        <a:pt x="15167" y="8236"/>
                      </a:lnTo>
                      <a:cubicBezTo>
                        <a:pt x="15240" y="8279"/>
                        <a:pt x="15240" y="8343"/>
                        <a:pt x="15167" y="8386"/>
                      </a:cubicBezTo>
                      <a:lnTo>
                        <a:pt x="14858" y="8567"/>
                      </a:lnTo>
                      <a:cubicBezTo>
                        <a:pt x="14822" y="8588"/>
                        <a:pt x="14774" y="8599"/>
                        <a:pt x="14725" y="8599"/>
                      </a:cubicBezTo>
                      <a:cubicBezTo>
                        <a:pt x="14676" y="8599"/>
                        <a:pt x="14628" y="8588"/>
                        <a:pt x="14593" y="8567"/>
                      </a:cubicBezTo>
                      <a:lnTo>
                        <a:pt x="14225" y="8351"/>
                      </a:lnTo>
                      <a:cubicBezTo>
                        <a:pt x="14155" y="8308"/>
                        <a:pt x="14155" y="8243"/>
                        <a:pt x="14225" y="8199"/>
                      </a:cubicBezTo>
                      <a:lnTo>
                        <a:pt x="14534" y="8020"/>
                      </a:lnTo>
                      <a:cubicBezTo>
                        <a:pt x="14570" y="7998"/>
                        <a:pt x="14617" y="7988"/>
                        <a:pt x="14664" y="7988"/>
                      </a:cubicBezTo>
                      <a:close/>
                      <a:moveTo>
                        <a:pt x="5938" y="4634"/>
                      </a:moveTo>
                      <a:cubicBezTo>
                        <a:pt x="5974" y="4634"/>
                        <a:pt x="6010" y="4641"/>
                        <a:pt x="6038" y="4656"/>
                      </a:cubicBezTo>
                      <a:lnTo>
                        <a:pt x="10566" y="7273"/>
                      </a:lnTo>
                      <a:cubicBezTo>
                        <a:pt x="10618" y="7308"/>
                        <a:pt x="10625" y="7359"/>
                        <a:pt x="10566" y="7387"/>
                      </a:cubicBezTo>
                      <a:lnTo>
                        <a:pt x="9100" y="8236"/>
                      </a:lnTo>
                      <a:lnTo>
                        <a:pt x="8439" y="8624"/>
                      </a:lnTo>
                      <a:cubicBezTo>
                        <a:pt x="8414" y="8638"/>
                        <a:pt x="8380" y="8646"/>
                        <a:pt x="8345" y="8646"/>
                      </a:cubicBezTo>
                      <a:cubicBezTo>
                        <a:pt x="8310" y="8646"/>
                        <a:pt x="8275" y="8638"/>
                        <a:pt x="8246" y="8624"/>
                      </a:cubicBezTo>
                      <a:lnTo>
                        <a:pt x="5809" y="7214"/>
                      </a:lnTo>
                      <a:lnTo>
                        <a:pt x="3718" y="6007"/>
                      </a:lnTo>
                      <a:cubicBezTo>
                        <a:pt x="3659" y="5979"/>
                        <a:pt x="3659" y="5927"/>
                        <a:pt x="3718" y="5893"/>
                      </a:cubicBezTo>
                      <a:lnTo>
                        <a:pt x="4378" y="5512"/>
                      </a:lnTo>
                      <a:lnTo>
                        <a:pt x="5838" y="4656"/>
                      </a:lnTo>
                      <a:cubicBezTo>
                        <a:pt x="5866" y="4641"/>
                        <a:pt x="5902" y="4634"/>
                        <a:pt x="5938" y="4634"/>
                      </a:cubicBezTo>
                      <a:close/>
                      <a:moveTo>
                        <a:pt x="13978" y="8388"/>
                      </a:moveTo>
                      <a:cubicBezTo>
                        <a:pt x="14027" y="8388"/>
                        <a:pt x="14075" y="8397"/>
                        <a:pt x="14112" y="8415"/>
                      </a:cubicBezTo>
                      <a:lnTo>
                        <a:pt x="14477" y="8631"/>
                      </a:lnTo>
                      <a:cubicBezTo>
                        <a:pt x="14550" y="8674"/>
                        <a:pt x="14550" y="8746"/>
                        <a:pt x="14477" y="8782"/>
                      </a:cubicBezTo>
                      <a:lnTo>
                        <a:pt x="14175" y="8962"/>
                      </a:lnTo>
                      <a:cubicBezTo>
                        <a:pt x="14139" y="8983"/>
                        <a:pt x="14091" y="8994"/>
                        <a:pt x="14043" y="8994"/>
                      </a:cubicBezTo>
                      <a:cubicBezTo>
                        <a:pt x="13994" y="8994"/>
                        <a:pt x="13946" y="8983"/>
                        <a:pt x="13910" y="8962"/>
                      </a:cubicBezTo>
                      <a:lnTo>
                        <a:pt x="13542" y="8753"/>
                      </a:lnTo>
                      <a:cubicBezTo>
                        <a:pt x="13465" y="8710"/>
                        <a:pt x="13465" y="8638"/>
                        <a:pt x="13535" y="8594"/>
                      </a:cubicBezTo>
                      <a:lnTo>
                        <a:pt x="13844" y="8415"/>
                      </a:lnTo>
                      <a:cubicBezTo>
                        <a:pt x="13880" y="8397"/>
                        <a:pt x="13929" y="8388"/>
                        <a:pt x="13978" y="8388"/>
                      </a:cubicBezTo>
                      <a:close/>
                      <a:moveTo>
                        <a:pt x="6931" y="1"/>
                      </a:moveTo>
                      <a:cubicBezTo>
                        <a:pt x="6848" y="1"/>
                        <a:pt x="6763" y="21"/>
                        <a:pt x="6700" y="55"/>
                      </a:cubicBezTo>
                      <a:lnTo>
                        <a:pt x="95" y="4102"/>
                      </a:lnTo>
                      <a:cubicBezTo>
                        <a:pt x="29" y="4138"/>
                        <a:pt x="0" y="4189"/>
                        <a:pt x="0" y="4239"/>
                      </a:cubicBezTo>
                      <a:cubicBezTo>
                        <a:pt x="0" y="4268"/>
                        <a:pt x="9" y="4304"/>
                        <a:pt x="36" y="4332"/>
                      </a:cubicBezTo>
                      <a:cubicBezTo>
                        <a:pt x="43" y="4332"/>
                        <a:pt x="43" y="4340"/>
                        <a:pt x="52" y="4340"/>
                      </a:cubicBezTo>
                      <a:cubicBezTo>
                        <a:pt x="52" y="4347"/>
                        <a:pt x="59" y="4347"/>
                        <a:pt x="66" y="4354"/>
                      </a:cubicBezTo>
                      <a:cubicBezTo>
                        <a:pt x="73" y="4361"/>
                        <a:pt x="86" y="4368"/>
                        <a:pt x="102" y="4375"/>
                      </a:cubicBezTo>
                      <a:lnTo>
                        <a:pt x="11394" y="10903"/>
                      </a:lnTo>
                      <a:cubicBezTo>
                        <a:pt x="11459" y="10938"/>
                        <a:pt x="11547" y="10956"/>
                        <a:pt x="11635" y="10956"/>
                      </a:cubicBezTo>
                      <a:cubicBezTo>
                        <a:pt x="11723" y="10956"/>
                        <a:pt x="11811" y="10938"/>
                        <a:pt x="11876" y="10903"/>
                      </a:cubicBezTo>
                      <a:lnTo>
                        <a:pt x="18481" y="6856"/>
                      </a:lnTo>
                      <a:cubicBezTo>
                        <a:pt x="18517" y="6833"/>
                        <a:pt x="18538" y="6812"/>
                        <a:pt x="18561" y="6783"/>
                      </a:cubicBezTo>
                      <a:cubicBezTo>
                        <a:pt x="18524" y="6783"/>
                        <a:pt x="18488" y="6776"/>
                        <a:pt x="18452" y="6755"/>
                      </a:cubicBezTo>
                      <a:lnTo>
                        <a:pt x="7152" y="228"/>
                      </a:lnTo>
                      <a:cubicBezTo>
                        <a:pt x="7073" y="185"/>
                        <a:pt x="7023" y="98"/>
                        <a:pt x="6995" y="5"/>
                      </a:cubicBezTo>
                      <a:cubicBezTo>
                        <a:pt x="6974" y="2"/>
                        <a:pt x="6953" y="1"/>
                        <a:pt x="693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558;p44">
                  <a:extLst>
                    <a:ext uri="{FF2B5EF4-FFF2-40B4-BE49-F238E27FC236}">
                      <a16:creationId xmlns:a16="http://schemas.microsoft.com/office/drawing/2014/main" id="{9993C34D-C43E-BB2F-5BA8-E4CAD5068876}"/>
                    </a:ext>
                  </a:extLst>
                </p:cNvPr>
                <p:cNvSpPr/>
                <p:nvPr/>
              </p:nvSpPr>
              <p:spPr>
                <a:xfrm>
                  <a:off x="-1495573" y="245308"/>
                  <a:ext cx="1155531" cy="1296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4" h="15657" extrusionOk="0">
                      <a:moveTo>
                        <a:pt x="2383" y="510"/>
                      </a:moveTo>
                      <a:cubicBezTo>
                        <a:pt x="2394" y="510"/>
                        <a:pt x="2405" y="513"/>
                        <a:pt x="2416" y="518"/>
                      </a:cubicBezTo>
                      <a:lnTo>
                        <a:pt x="13557" y="6951"/>
                      </a:lnTo>
                      <a:cubicBezTo>
                        <a:pt x="13600" y="6980"/>
                        <a:pt x="13623" y="7046"/>
                        <a:pt x="13609" y="7103"/>
                      </a:cubicBezTo>
                      <a:lnTo>
                        <a:pt x="11739" y="14585"/>
                      </a:lnTo>
                      <a:cubicBezTo>
                        <a:pt x="11728" y="14629"/>
                        <a:pt x="11702" y="14651"/>
                        <a:pt x="11668" y="14651"/>
                      </a:cubicBezTo>
                      <a:cubicBezTo>
                        <a:pt x="11657" y="14651"/>
                        <a:pt x="11644" y="14649"/>
                        <a:pt x="11632" y="14643"/>
                      </a:cubicBezTo>
                      <a:lnTo>
                        <a:pt x="498" y="8211"/>
                      </a:lnTo>
                      <a:cubicBezTo>
                        <a:pt x="446" y="8188"/>
                        <a:pt x="425" y="8116"/>
                        <a:pt x="439" y="8059"/>
                      </a:cubicBezTo>
                      <a:lnTo>
                        <a:pt x="2309" y="577"/>
                      </a:lnTo>
                      <a:cubicBezTo>
                        <a:pt x="2320" y="533"/>
                        <a:pt x="2350" y="510"/>
                        <a:pt x="2383" y="510"/>
                      </a:cubicBezTo>
                      <a:close/>
                      <a:moveTo>
                        <a:pt x="2309" y="1"/>
                      </a:moveTo>
                      <a:cubicBezTo>
                        <a:pt x="2230" y="23"/>
                        <a:pt x="2157" y="87"/>
                        <a:pt x="2128" y="196"/>
                      </a:cubicBezTo>
                      <a:lnTo>
                        <a:pt x="15" y="8656"/>
                      </a:lnTo>
                      <a:cubicBezTo>
                        <a:pt x="1" y="8728"/>
                        <a:pt x="1" y="8806"/>
                        <a:pt x="23" y="8878"/>
                      </a:cubicBezTo>
                      <a:cubicBezTo>
                        <a:pt x="51" y="8971"/>
                        <a:pt x="101" y="9058"/>
                        <a:pt x="180" y="9101"/>
                      </a:cubicBezTo>
                      <a:lnTo>
                        <a:pt x="11480" y="15628"/>
                      </a:lnTo>
                      <a:cubicBezTo>
                        <a:pt x="11516" y="15649"/>
                        <a:pt x="11552" y="15656"/>
                        <a:pt x="11589" y="15656"/>
                      </a:cubicBezTo>
                      <a:cubicBezTo>
                        <a:pt x="11595" y="15635"/>
                        <a:pt x="11602" y="15613"/>
                        <a:pt x="11602" y="15592"/>
                      </a:cubicBezTo>
                      <a:lnTo>
                        <a:pt x="11602" y="15656"/>
                      </a:lnTo>
                      <a:cubicBezTo>
                        <a:pt x="11609" y="15656"/>
                        <a:pt x="11616" y="15649"/>
                        <a:pt x="11616" y="15649"/>
                      </a:cubicBezTo>
                      <a:cubicBezTo>
                        <a:pt x="11632" y="15649"/>
                        <a:pt x="11639" y="15649"/>
                        <a:pt x="11646" y="15642"/>
                      </a:cubicBezTo>
                      <a:cubicBezTo>
                        <a:pt x="11659" y="15642"/>
                        <a:pt x="11668" y="15635"/>
                        <a:pt x="11675" y="15628"/>
                      </a:cubicBezTo>
                      <a:cubicBezTo>
                        <a:pt x="11682" y="15628"/>
                        <a:pt x="11689" y="15628"/>
                        <a:pt x="11689" y="15620"/>
                      </a:cubicBezTo>
                      <a:cubicBezTo>
                        <a:pt x="11696" y="15620"/>
                        <a:pt x="11696" y="15613"/>
                        <a:pt x="11702" y="15613"/>
                      </a:cubicBezTo>
                      <a:cubicBezTo>
                        <a:pt x="11725" y="15599"/>
                        <a:pt x="11739" y="15577"/>
                        <a:pt x="11754" y="15556"/>
                      </a:cubicBezTo>
                      <a:cubicBezTo>
                        <a:pt x="11761" y="15549"/>
                        <a:pt x="11761" y="15542"/>
                        <a:pt x="11768" y="15534"/>
                      </a:cubicBezTo>
                      <a:cubicBezTo>
                        <a:pt x="11775" y="15520"/>
                        <a:pt x="11775" y="15513"/>
                        <a:pt x="11782" y="15506"/>
                      </a:cubicBezTo>
                      <a:lnTo>
                        <a:pt x="11782" y="15499"/>
                      </a:lnTo>
                      <a:cubicBezTo>
                        <a:pt x="11782" y="15499"/>
                        <a:pt x="11782" y="15490"/>
                        <a:pt x="11789" y="15484"/>
                      </a:cubicBezTo>
                      <a:cubicBezTo>
                        <a:pt x="11789" y="15477"/>
                        <a:pt x="11789" y="15470"/>
                        <a:pt x="11797" y="15456"/>
                      </a:cubicBezTo>
                      <a:lnTo>
                        <a:pt x="13911" y="6994"/>
                      </a:lnTo>
                      <a:cubicBezTo>
                        <a:pt x="13954" y="6830"/>
                        <a:pt x="13874" y="6629"/>
                        <a:pt x="13745" y="6549"/>
                      </a:cubicBezTo>
                      <a:lnTo>
                        <a:pt x="2445" y="30"/>
                      </a:lnTo>
                      <a:cubicBezTo>
                        <a:pt x="2430" y="23"/>
                        <a:pt x="2409" y="16"/>
                        <a:pt x="2395" y="8"/>
                      </a:cubicBezTo>
                      <a:cubicBezTo>
                        <a:pt x="2373" y="1"/>
                        <a:pt x="2359" y="1"/>
                        <a:pt x="23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559;p44">
                  <a:extLst>
                    <a:ext uri="{FF2B5EF4-FFF2-40B4-BE49-F238E27FC236}">
                      <a16:creationId xmlns:a16="http://schemas.microsoft.com/office/drawing/2014/main" id="{FB0C6202-29F9-3C4A-57E7-4F97B6229BEC}"/>
                    </a:ext>
                  </a:extLst>
                </p:cNvPr>
                <p:cNvSpPr/>
                <p:nvPr/>
              </p:nvSpPr>
              <p:spPr>
                <a:xfrm>
                  <a:off x="-1460379" y="287542"/>
                  <a:ext cx="1092926" cy="1171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8" h="14142" extrusionOk="0">
                      <a:moveTo>
                        <a:pt x="5263" y="4953"/>
                      </a:moveTo>
                      <a:cubicBezTo>
                        <a:pt x="5384" y="4953"/>
                        <a:pt x="5513" y="4987"/>
                        <a:pt x="5643" y="5061"/>
                      </a:cubicBezTo>
                      <a:lnTo>
                        <a:pt x="7310" y="6025"/>
                      </a:lnTo>
                      <a:cubicBezTo>
                        <a:pt x="7784" y="6298"/>
                        <a:pt x="8095" y="7010"/>
                        <a:pt x="7993" y="7606"/>
                      </a:cubicBezTo>
                      <a:lnTo>
                        <a:pt x="7950" y="7844"/>
                      </a:lnTo>
                      <a:cubicBezTo>
                        <a:pt x="7877" y="8277"/>
                        <a:pt x="7611" y="8532"/>
                        <a:pt x="7287" y="8532"/>
                      </a:cubicBezTo>
                      <a:cubicBezTo>
                        <a:pt x="7164" y="8532"/>
                        <a:pt x="7033" y="8495"/>
                        <a:pt x="6901" y="8418"/>
                      </a:cubicBezTo>
                      <a:lnTo>
                        <a:pt x="5233" y="7456"/>
                      </a:lnTo>
                      <a:cubicBezTo>
                        <a:pt x="4758" y="7183"/>
                        <a:pt x="4449" y="6477"/>
                        <a:pt x="4550" y="5881"/>
                      </a:cubicBezTo>
                      <a:lnTo>
                        <a:pt x="4593" y="5637"/>
                      </a:lnTo>
                      <a:cubicBezTo>
                        <a:pt x="4667" y="5207"/>
                        <a:pt x="4936" y="4953"/>
                        <a:pt x="5263" y="4953"/>
                      </a:cubicBezTo>
                      <a:close/>
                      <a:moveTo>
                        <a:pt x="645" y="7298"/>
                      </a:moveTo>
                      <a:cubicBezTo>
                        <a:pt x="650" y="7298"/>
                        <a:pt x="656" y="7300"/>
                        <a:pt x="661" y="7304"/>
                      </a:cubicBezTo>
                      <a:lnTo>
                        <a:pt x="10710" y="13105"/>
                      </a:lnTo>
                      <a:cubicBezTo>
                        <a:pt x="10732" y="13119"/>
                        <a:pt x="10746" y="13148"/>
                        <a:pt x="10739" y="13178"/>
                      </a:cubicBezTo>
                      <a:cubicBezTo>
                        <a:pt x="10734" y="13198"/>
                        <a:pt x="10721" y="13211"/>
                        <a:pt x="10706" y="13211"/>
                      </a:cubicBezTo>
                      <a:cubicBezTo>
                        <a:pt x="10701" y="13211"/>
                        <a:pt x="10695" y="13210"/>
                        <a:pt x="10689" y="13205"/>
                      </a:cubicBezTo>
                      <a:lnTo>
                        <a:pt x="2911" y="8713"/>
                      </a:lnTo>
                      <a:lnTo>
                        <a:pt x="2904" y="8713"/>
                      </a:lnTo>
                      <a:lnTo>
                        <a:pt x="640" y="7406"/>
                      </a:lnTo>
                      <a:cubicBezTo>
                        <a:pt x="618" y="7390"/>
                        <a:pt x="604" y="7362"/>
                        <a:pt x="611" y="7333"/>
                      </a:cubicBezTo>
                      <a:cubicBezTo>
                        <a:pt x="616" y="7312"/>
                        <a:pt x="630" y="7298"/>
                        <a:pt x="645" y="7298"/>
                      </a:cubicBezTo>
                      <a:close/>
                      <a:moveTo>
                        <a:pt x="1958" y="0"/>
                      </a:moveTo>
                      <a:cubicBezTo>
                        <a:pt x="1925" y="0"/>
                        <a:pt x="1895" y="23"/>
                        <a:pt x="1884" y="67"/>
                      </a:cubicBezTo>
                      <a:lnTo>
                        <a:pt x="14" y="7549"/>
                      </a:lnTo>
                      <a:cubicBezTo>
                        <a:pt x="0" y="7606"/>
                        <a:pt x="21" y="7678"/>
                        <a:pt x="73" y="7701"/>
                      </a:cubicBezTo>
                      <a:lnTo>
                        <a:pt x="11207" y="14133"/>
                      </a:lnTo>
                      <a:cubicBezTo>
                        <a:pt x="11219" y="14139"/>
                        <a:pt x="11232" y="14141"/>
                        <a:pt x="11243" y="14141"/>
                      </a:cubicBezTo>
                      <a:cubicBezTo>
                        <a:pt x="11277" y="14141"/>
                        <a:pt x="11303" y="14119"/>
                        <a:pt x="11314" y="14075"/>
                      </a:cubicBezTo>
                      <a:lnTo>
                        <a:pt x="13184" y="6593"/>
                      </a:lnTo>
                      <a:cubicBezTo>
                        <a:pt x="13198" y="6536"/>
                        <a:pt x="13175" y="6470"/>
                        <a:pt x="13132" y="6441"/>
                      </a:cubicBezTo>
                      <a:lnTo>
                        <a:pt x="1991" y="8"/>
                      </a:lnTo>
                      <a:cubicBezTo>
                        <a:pt x="1980" y="3"/>
                        <a:pt x="1969" y="0"/>
                        <a:pt x="19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560;p44">
                  <a:extLst>
                    <a:ext uri="{FF2B5EF4-FFF2-40B4-BE49-F238E27FC236}">
                      <a16:creationId xmlns:a16="http://schemas.microsoft.com/office/drawing/2014/main" id="{A5632FC5-7D79-A02B-5BA2-4408819E5E3C}"/>
                    </a:ext>
                  </a:extLst>
                </p:cNvPr>
                <p:cNvSpPr/>
                <p:nvPr/>
              </p:nvSpPr>
              <p:spPr>
                <a:xfrm>
                  <a:off x="-1410361" y="891900"/>
                  <a:ext cx="194603" cy="11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0" h="1417" extrusionOk="0">
                      <a:moveTo>
                        <a:pt x="41" y="0"/>
                      </a:moveTo>
                      <a:cubicBezTo>
                        <a:pt x="26" y="0"/>
                        <a:pt x="12" y="14"/>
                        <a:pt x="7" y="35"/>
                      </a:cubicBezTo>
                      <a:cubicBezTo>
                        <a:pt x="0" y="64"/>
                        <a:pt x="14" y="92"/>
                        <a:pt x="36" y="108"/>
                      </a:cubicBezTo>
                      <a:lnTo>
                        <a:pt x="2307" y="1415"/>
                      </a:lnTo>
                      <a:cubicBezTo>
                        <a:pt x="2311" y="1416"/>
                        <a:pt x="2314" y="1417"/>
                        <a:pt x="2318" y="1417"/>
                      </a:cubicBezTo>
                      <a:cubicBezTo>
                        <a:pt x="2334" y="1417"/>
                        <a:pt x="2344" y="1404"/>
                        <a:pt x="2350" y="1386"/>
                      </a:cubicBezTo>
                      <a:cubicBezTo>
                        <a:pt x="2350" y="1358"/>
                        <a:pt x="2336" y="1322"/>
                        <a:pt x="2315" y="1315"/>
                      </a:cubicBezTo>
                      <a:lnTo>
                        <a:pt x="57" y="6"/>
                      </a:lnTo>
                      <a:cubicBezTo>
                        <a:pt x="52" y="2"/>
                        <a:pt x="46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561;p44">
                  <a:extLst>
                    <a:ext uri="{FF2B5EF4-FFF2-40B4-BE49-F238E27FC236}">
                      <a16:creationId xmlns:a16="http://schemas.microsoft.com/office/drawing/2014/main" id="{4AA88092-B1E1-2195-2AD7-3599DF3AAD71}"/>
                    </a:ext>
                  </a:extLst>
                </p:cNvPr>
                <p:cNvSpPr/>
                <p:nvPr/>
              </p:nvSpPr>
              <p:spPr>
                <a:xfrm>
                  <a:off x="-1076549" y="1606396"/>
                  <a:ext cx="87696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" h="590" extrusionOk="0">
                      <a:moveTo>
                        <a:pt x="515" y="0"/>
                      </a:moveTo>
                      <a:cubicBezTo>
                        <a:pt x="467" y="0"/>
                        <a:pt x="418" y="11"/>
                        <a:pt x="382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21"/>
                        <a:pt x="73" y="364"/>
                      </a:cubicBezTo>
                      <a:lnTo>
                        <a:pt x="418" y="557"/>
                      </a:lnTo>
                      <a:cubicBezTo>
                        <a:pt x="454" y="579"/>
                        <a:pt x="501" y="589"/>
                        <a:pt x="548" y="589"/>
                      </a:cubicBezTo>
                      <a:cubicBezTo>
                        <a:pt x="594" y="589"/>
                        <a:pt x="641" y="579"/>
                        <a:pt x="677" y="557"/>
                      </a:cubicBezTo>
                      <a:lnTo>
                        <a:pt x="986" y="378"/>
                      </a:lnTo>
                      <a:cubicBezTo>
                        <a:pt x="1058" y="334"/>
                        <a:pt x="1058" y="271"/>
                        <a:pt x="986" y="228"/>
                      </a:cubicBezTo>
                      <a:lnTo>
                        <a:pt x="648" y="33"/>
                      </a:lnTo>
                      <a:cubicBezTo>
                        <a:pt x="612" y="11"/>
                        <a:pt x="564" y="0"/>
                        <a:pt x="51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562;p44">
                  <a:extLst>
                    <a:ext uri="{FF2B5EF4-FFF2-40B4-BE49-F238E27FC236}">
                      <a16:creationId xmlns:a16="http://schemas.microsoft.com/office/drawing/2014/main" id="{83158181-4AC5-E2BC-4BEF-69DBB7C0EE11}"/>
                    </a:ext>
                  </a:extLst>
                </p:cNvPr>
                <p:cNvSpPr/>
                <p:nvPr/>
              </p:nvSpPr>
              <p:spPr>
                <a:xfrm>
                  <a:off x="-959785" y="1607556"/>
                  <a:ext cx="86950" cy="4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85" extrusionOk="0">
                      <a:moveTo>
                        <a:pt x="511" y="0"/>
                      </a:moveTo>
                      <a:cubicBezTo>
                        <a:pt x="464" y="0"/>
                        <a:pt x="418" y="11"/>
                        <a:pt x="381" y="32"/>
                      </a:cubicBezTo>
                      <a:lnTo>
                        <a:pt x="73" y="214"/>
                      </a:lnTo>
                      <a:cubicBezTo>
                        <a:pt x="0" y="257"/>
                        <a:pt x="0" y="320"/>
                        <a:pt x="73" y="364"/>
                      </a:cubicBezTo>
                      <a:lnTo>
                        <a:pt x="402" y="559"/>
                      </a:lnTo>
                      <a:cubicBezTo>
                        <a:pt x="438" y="576"/>
                        <a:pt x="485" y="584"/>
                        <a:pt x="533" y="584"/>
                      </a:cubicBezTo>
                      <a:cubicBezTo>
                        <a:pt x="581" y="584"/>
                        <a:pt x="630" y="576"/>
                        <a:pt x="670" y="559"/>
                      </a:cubicBezTo>
                      <a:lnTo>
                        <a:pt x="978" y="377"/>
                      </a:lnTo>
                      <a:cubicBezTo>
                        <a:pt x="1049" y="334"/>
                        <a:pt x="1042" y="264"/>
                        <a:pt x="971" y="220"/>
                      </a:cubicBezTo>
                      <a:lnTo>
                        <a:pt x="640" y="32"/>
                      </a:lnTo>
                      <a:cubicBezTo>
                        <a:pt x="604" y="11"/>
                        <a:pt x="557" y="0"/>
                        <a:pt x="51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563;p44">
                  <a:extLst>
                    <a:ext uri="{FF2B5EF4-FFF2-40B4-BE49-F238E27FC236}">
                      <a16:creationId xmlns:a16="http://schemas.microsoft.com/office/drawing/2014/main" id="{B2640C0B-7BB0-3E57-2E30-B2C1097ADAB7}"/>
                    </a:ext>
                  </a:extLst>
                </p:cNvPr>
                <p:cNvSpPr/>
                <p:nvPr/>
              </p:nvSpPr>
              <p:spPr>
                <a:xfrm>
                  <a:off x="-1016925" y="1640349"/>
                  <a:ext cx="86868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590" extrusionOk="0">
                      <a:moveTo>
                        <a:pt x="514" y="1"/>
                      </a:moveTo>
                      <a:cubicBezTo>
                        <a:pt x="466" y="1"/>
                        <a:pt x="418" y="12"/>
                        <a:pt x="381" y="33"/>
                      </a:cubicBezTo>
                      <a:lnTo>
                        <a:pt x="73" y="213"/>
                      </a:lnTo>
                      <a:cubicBezTo>
                        <a:pt x="0" y="256"/>
                        <a:pt x="0" y="326"/>
                        <a:pt x="79" y="363"/>
                      </a:cubicBezTo>
                      <a:lnTo>
                        <a:pt x="411" y="558"/>
                      </a:lnTo>
                      <a:cubicBezTo>
                        <a:pt x="446" y="579"/>
                        <a:pt x="493" y="590"/>
                        <a:pt x="539" y="590"/>
                      </a:cubicBezTo>
                      <a:cubicBezTo>
                        <a:pt x="586" y="590"/>
                        <a:pt x="633" y="579"/>
                        <a:pt x="669" y="558"/>
                      </a:cubicBezTo>
                      <a:lnTo>
                        <a:pt x="978" y="378"/>
                      </a:lnTo>
                      <a:cubicBezTo>
                        <a:pt x="1049" y="335"/>
                        <a:pt x="1049" y="270"/>
                        <a:pt x="978" y="226"/>
                      </a:cubicBezTo>
                      <a:lnTo>
                        <a:pt x="647" y="33"/>
                      </a:lnTo>
                      <a:cubicBezTo>
                        <a:pt x="611" y="12"/>
                        <a:pt x="563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564;p44">
                  <a:extLst>
                    <a:ext uri="{FF2B5EF4-FFF2-40B4-BE49-F238E27FC236}">
                      <a16:creationId xmlns:a16="http://schemas.microsoft.com/office/drawing/2014/main" id="{9E36EE3F-9DE4-799D-1EB2-6EAB508D72A3}"/>
                    </a:ext>
                  </a:extLst>
                </p:cNvPr>
                <p:cNvSpPr/>
                <p:nvPr/>
              </p:nvSpPr>
              <p:spPr>
                <a:xfrm>
                  <a:off x="-1072988" y="1542052"/>
                  <a:ext cx="141274" cy="79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6" h="965" extrusionOk="0">
                      <a:moveTo>
                        <a:pt x="512" y="1"/>
                      </a:moveTo>
                      <a:cubicBezTo>
                        <a:pt x="465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73" y="365"/>
                      </a:cubicBezTo>
                      <a:lnTo>
                        <a:pt x="1058" y="932"/>
                      </a:lnTo>
                      <a:cubicBezTo>
                        <a:pt x="1095" y="954"/>
                        <a:pt x="1143" y="964"/>
                        <a:pt x="1191" y="964"/>
                      </a:cubicBezTo>
                      <a:cubicBezTo>
                        <a:pt x="1240" y="964"/>
                        <a:pt x="1288" y="954"/>
                        <a:pt x="1324" y="932"/>
                      </a:cubicBezTo>
                      <a:lnTo>
                        <a:pt x="1633" y="760"/>
                      </a:lnTo>
                      <a:cubicBezTo>
                        <a:pt x="1705" y="716"/>
                        <a:pt x="1698" y="644"/>
                        <a:pt x="1626" y="601"/>
                      </a:cubicBezTo>
                      <a:lnTo>
                        <a:pt x="641" y="33"/>
                      </a:lnTo>
                      <a:cubicBezTo>
                        <a:pt x="606" y="12"/>
                        <a:pt x="559" y="1"/>
                        <a:pt x="51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565;p44">
                  <a:extLst>
                    <a:ext uri="{FF2B5EF4-FFF2-40B4-BE49-F238E27FC236}">
                      <a16:creationId xmlns:a16="http://schemas.microsoft.com/office/drawing/2014/main" id="{5CB8E0A7-6B75-B27A-EB42-759791E15812}"/>
                    </a:ext>
                  </a:extLst>
                </p:cNvPr>
                <p:cNvSpPr/>
                <p:nvPr/>
              </p:nvSpPr>
              <p:spPr>
                <a:xfrm>
                  <a:off x="-1129383" y="1509921"/>
                  <a:ext cx="83969" cy="4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7" extrusionOk="0">
                      <a:moveTo>
                        <a:pt x="514" y="1"/>
                      </a:moveTo>
                      <a:cubicBezTo>
                        <a:pt x="465" y="1"/>
                        <a:pt x="416" y="12"/>
                        <a:pt x="380" y="33"/>
                      </a:cubicBezTo>
                      <a:lnTo>
                        <a:pt x="71" y="213"/>
                      </a:lnTo>
                      <a:cubicBezTo>
                        <a:pt x="0" y="249"/>
                        <a:pt x="0" y="321"/>
                        <a:pt x="71" y="364"/>
                      </a:cubicBezTo>
                      <a:lnTo>
                        <a:pt x="373" y="537"/>
                      </a:lnTo>
                      <a:cubicBezTo>
                        <a:pt x="411" y="556"/>
                        <a:pt x="460" y="567"/>
                        <a:pt x="509" y="567"/>
                      </a:cubicBezTo>
                      <a:cubicBezTo>
                        <a:pt x="554" y="567"/>
                        <a:pt x="598" y="558"/>
                        <a:pt x="632" y="537"/>
                      </a:cubicBezTo>
                      <a:lnTo>
                        <a:pt x="941" y="357"/>
                      </a:lnTo>
                      <a:cubicBezTo>
                        <a:pt x="1013" y="314"/>
                        <a:pt x="1013" y="242"/>
                        <a:pt x="941" y="206"/>
                      </a:cubicBezTo>
                      <a:lnTo>
                        <a:pt x="647" y="33"/>
                      </a:lnTo>
                      <a:cubicBezTo>
                        <a:pt x="611" y="12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566;p44">
                  <a:extLst>
                    <a:ext uri="{FF2B5EF4-FFF2-40B4-BE49-F238E27FC236}">
                      <a16:creationId xmlns:a16="http://schemas.microsoft.com/office/drawing/2014/main" id="{A1E32426-2878-FCB3-4130-068E5087BF90}"/>
                    </a:ext>
                  </a:extLst>
                </p:cNvPr>
                <p:cNvSpPr/>
                <p:nvPr/>
              </p:nvSpPr>
              <p:spPr>
                <a:xfrm>
                  <a:off x="-1060401" y="1417669"/>
                  <a:ext cx="8579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583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3" y="33"/>
                      </a:cubicBezTo>
                      <a:lnTo>
                        <a:pt x="73" y="228"/>
                      </a:lnTo>
                      <a:cubicBezTo>
                        <a:pt x="1" y="271"/>
                        <a:pt x="1" y="335"/>
                        <a:pt x="73" y="378"/>
                      </a:cubicBezTo>
                      <a:lnTo>
                        <a:pt x="366" y="550"/>
                      </a:lnTo>
                      <a:cubicBezTo>
                        <a:pt x="403" y="572"/>
                        <a:pt x="451" y="583"/>
                        <a:pt x="500" y="583"/>
                      </a:cubicBezTo>
                      <a:cubicBezTo>
                        <a:pt x="549" y="583"/>
                        <a:pt x="598" y="572"/>
                        <a:pt x="634" y="550"/>
                      </a:cubicBezTo>
                      <a:lnTo>
                        <a:pt x="963" y="357"/>
                      </a:lnTo>
                      <a:cubicBezTo>
                        <a:pt x="1036" y="314"/>
                        <a:pt x="1036" y="248"/>
                        <a:pt x="963" y="205"/>
                      </a:cubicBezTo>
                      <a:lnTo>
                        <a:pt x="668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567;p44">
                  <a:extLst>
                    <a:ext uri="{FF2B5EF4-FFF2-40B4-BE49-F238E27FC236}">
                      <a16:creationId xmlns:a16="http://schemas.microsoft.com/office/drawing/2014/main" id="{353FFB41-A681-49D6-79C1-BAE58F3DBE1B}"/>
                    </a:ext>
                  </a:extLst>
                </p:cNvPr>
                <p:cNvSpPr/>
                <p:nvPr/>
              </p:nvSpPr>
              <p:spPr>
                <a:xfrm>
                  <a:off x="-1004420" y="1450214"/>
                  <a:ext cx="87530" cy="48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587" extrusionOk="0">
                      <a:moveTo>
                        <a:pt x="539" y="1"/>
                      </a:moveTo>
                      <a:cubicBezTo>
                        <a:pt x="493" y="1"/>
                        <a:pt x="446" y="10"/>
                        <a:pt x="410" y="28"/>
                      </a:cubicBezTo>
                      <a:lnTo>
                        <a:pt x="72" y="223"/>
                      </a:lnTo>
                      <a:cubicBezTo>
                        <a:pt x="1" y="266"/>
                        <a:pt x="1" y="337"/>
                        <a:pt x="72" y="380"/>
                      </a:cubicBezTo>
                      <a:lnTo>
                        <a:pt x="380" y="561"/>
                      </a:lnTo>
                      <a:cubicBezTo>
                        <a:pt x="420" y="578"/>
                        <a:pt x="469" y="587"/>
                        <a:pt x="517" y="587"/>
                      </a:cubicBezTo>
                      <a:cubicBezTo>
                        <a:pt x="565" y="587"/>
                        <a:pt x="612" y="578"/>
                        <a:pt x="648" y="561"/>
                      </a:cubicBezTo>
                      <a:lnTo>
                        <a:pt x="984" y="366"/>
                      </a:lnTo>
                      <a:cubicBezTo>
                        <a:pt x="1057" y="323"/>
                        <a:pt x="1057" y="250"/>
                        <a:pt x="977" y="207"/>
                      </a:cubicBezTo>
                      <a:lnTo>
                        <a:pt x="669" y="28"/>
                      </a:lnTo>
                      <a:cubicBezTo>
                        <a:pt x="632" y="10"/>
                        <a:pt x="586" y="1"/>
                        <a:pt x="53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568;p44">
                  <a:extLst>
                    <a:ext uri="{FF2B5EF4-FFF2-40B4-BE49-F238E27FC236}">
                      <a16:creationId xmlns:a16="http://schemas.microsoft.com/office/drawing/2014/main" id="{6C74458D-54D2-AB66-C768-E982DF5DB212}"/>
                    </a:ext>
                  </a:extLst>
                </p:cNvPr>
                <p:cNvSpPr/>
                <p:nvPr/>
              </p:nvSpPr>
              <p:spPr>
                <a:xfrm>
                  <a:off x="-1072243" y="1290968"/>
                  <a:ext cx="59540" cy="3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" h="392" extrusionOk="0">
                      <a:moveTo>
                        <a:pt x="248" y="0"/>
                      </a:moveTo>
                      <a:cubicBezTo>
                        <a:pt x="199" y="0"/>
                        <a:pt x="151" y="11"/>
                        <a:pt x="114" y="33"/>
                      </a:cubicBezTo>
                      <a:lnTo>
                        <a:pt x="71" y="60"/>
                      </a:lnTo>
                      <a:cubicBezTo>
                        <a:pt x="1" y="96"/>
                        <a:pt x="1" y="169"/>
                        <a:pt x="71" y="212"/>
                      </a:cubicBezTo>
                      <a:lnTo>
                        <a:pt x="330" y="362"/>
                      </a:lnTo>
                      <a:cubicBezTo>
                        <a:pt x="365" y="383"/>
                        <a:pt x="411" y="392"/>
                        <a:pt x="457" y="392"/>
                      </a:cubicBezTo>
                      <a:cubicBezTo>
                        <a:pt x="508" y="392"/>
                        <a:pt x="559" y="381"/>
                        <a:pt x="596" y="362"/>
                      </a:cubicBezTo>
                      <a:lnTo>
                        <a:pt x="639" y="334"/>
                      </a:lnTo>
                      <a:cubicBezTo>
                        <a:pt x="718" y="291"/>
                        <a:pt x="711" y="219"/>
                        <a:pt x="639" y="176"/>
                      </a:cubicBezTo>
                      <a:lnTo>
                        <a:pt x="380" y="33"/>
                      </a:lnTo>
                      <a:cubicBezTo>
                        <a:pt x="345" y="11"/>
                        <a:pt x="296" y="0"/>
                        <a:pt x="248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569;p44">
                  <a:extLst>
                    <a:ext uri="{FF2B5EF4-FFF2-40B4-BE49-F238E27FC236}">
                      <a16:creationId xmlns:a16="http://schemas.microsoft.com/office/drawing/2014/main" id="{A86E7354-190B-756C-C55C-1E7A3BF347C7}"/>
                    </a:ext>
                  </a:extLst>
                </p:cNvPr>
                <p:cNvSpPr/>
                <p:nvPr/>
              </p:nvSpPr>
              <p:spPr>
                <a:xfrm>
                  <a:off x="-1019409" y="1321194"/>
                  <a:ext cx="65668" cy="36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440" extrusionOk="0">
                      <a:moveTo>
                        <a:pt x="253" y="1"/>
                      </a:moveTo>
                      <a:cubicBezTo>
                        <a:pt x="207" y="1"/>
                        <a:pt x="160" y="12"/>
                        <a:pt x="123" y="33"/>
                      </a:cubicBezTo>
                      <a:lnTo>
                        <a:pt x="73" y="63"/>
                      </a:lnTo>
                      <a:cubicBezTo>
                        <a:pt x="1" y="106"/>
                        <a:pt x="1" y="170"/>
                        <a:pt x="73" y="213"/>
                      </a:cubicBezTo>
                      <a:lnTo>
                        <a:pt x="411" y="408"/>
                      </a:lnTo>
                      <a:cubicBezTo>
                        <a:pt x="448" y="429"/>
                        <a:pt x="494" y="440"/>
                        <a:pt x="541" y="440"/>
                      </a:cubicBezTo>
                      <a:cubicBezTo>
                        <a:pt x="587" y="440"/>
                        <a:pt x="634" y="429"/>
                        <a:pt x="670" y="408"/>
                      </a:cubicBezTo>
                      <a:lnTo>
                        <a:pt x="720" y="378"/>
                      </a:lnTo>
                      <a:cubicBezTo>
                        <a:pt x="793" y="335"/>
                        <a:pt x="793" y="271"/>
                        <a:pt x="720" y="228"/>
                      </a:cubicBezTo>
                      <a:lnTo>
                        <a:pt x="382" y="33"/>
                      </a:lnTo>
                      <a:cubicBezTo>
                        <a:pt x="347" y="12"/>
                        <a:pt x="300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570;p44">
                  <a:extLst>
                    <a:ext uri="{FF2B5EF4-FFF2-40B4-BE49-F238E27FC236}">
                      <a16:creationId xmlns:a16="http://schemas.microsoft.com/office/drawing/2014/main" id="{B02CA4D9-6B76-0031-D6F3-4AB848D88BC2}"/>
                    </a:ext>
                  </a:extLst>
                </p:cNvPr>
                <p:cNvSpPr/>
                <p:nvPr/>
              </p:nvSpPr>
              <p:spPr>
                <a:xfrm>
                  <a:off x="-1075804" y="1342062"/>
                  <a:ext cx="86371" cy="48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4" extrusionOk="0">
                      <a:moveTo>
                        <a:pt x="500" y="1"/>
                      </a:moveTo>
                      <a:cubicBezTo>
                        <a:pt x="451" y="1"/>
                        <a:pt x="402" y="12"/>
                        <a:pt x="366" y="33"/>
                      </a:cubicBezTo>
                      <a:lnTo>
                        <a:pt x="71" y="206"/>
                      </a:lnTo>
                      <a:cubicBezTo>
                        <a:pt x="0" y="249"/>
                        <a:pt x="0" y="321"/>
                        <a:pt x="71" y="357"/>
                      </a:cubicBezTo>
                      <a:lnTo>
                        <a:pt x="409" y="551"/>
                      </a:lnTo>
                      <a:cubicBezTo>
                        <a:pt x="445" y="572"/>
                        <a:pt x="492" y="583"/>
                        <a:pt x="539" y="583"/>
                      </a:cubicBezTo>
                      <a:cubicBezTo>
                        <a:pt x="585" y="583"/>
                        <a:pt x="632" y="572"/>
                        <a:pt x="668" y="551"/>
                      </a:cubicBezTo>
                      <a:lnTo>
                        <a:pt x="970" y="378"/>
                      </a:lnTo>
                      <a:cubicBezTo>
                        <a:pt x="1042" y="342"/>
                        <a:pt x="1042" y="271"/>
                        <a:pt x="970" y="228"/>
                      </a:cubicBezTo>
                      <a:lnTo>
                        <a:pt x="632" y="33"/>
                      </a:lnTo>
                      <a:cubicBezTo>
                        <a:pt x="596" y="12"/>
                        <a:pt x="548" y="1"/>
                        <a:pt x="50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71;p44">
                  <a:extLst>
                    <a:ext uri="{FF2B5EF4-FFF2-40B4-BE49-F238E27FC236}">
                      <a16:creationId xmlns:a16="http://schemas.microsoft.com/office/drawing/2014/main" id="{252AB184-38A3-16EC-C0D8-563A7F0F587C}"/>
                    </a:ext>
                  </a:extLst>
                </p:cNvPr>
                <p:cNvSpPr/>
                <p:nvPr/>
              </p:nvSpPr>
              <p:spPr>
                <a:xfrm>
                  <a:off x="-1242503" y="1246250"/>
                  <a:ext cx="83307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2" extrusionOk="0">
                      <a:moveTo>
                        <a:pt x="503" y="0"/>
                      </a:moveTo>
                      <a:cubicBezTo>
                        <a:pt x="456" y="0"/>
                        <a:pt x="410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4"/>
                        <a:pt x="73" y="357"/>
                      </a:cubicBezTo>
                      <a:lnTo>
                        <a:pt x="375" y="529"/>
                      </a:lnTo>
                      <a:cubicBezTo>
                        <a:pt x="410" y="551"/>
                        <a:pt x="456" y="562"/>
                        <a:pt x="503" y="562"/>
                      </a:cubicBezTo>
                      <a:cubicBezTo>
                        <a:pt x="550" y="562"/>
                        <a:pt x="597" y="551"/>
                        <a:pt x="633" y="529"/>
                      </a:cubicBezTo>
                      <a:lnTo>
                        <a:pt x="935" y="357"/>
                      </a:lnTo>
                      <a:cubicBezTo>
                        <a:pt x="1006" y="314"/>
                        <a:pt x="1006" y="241"/>
                        <a:pt x="935" y="205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72;p44">
                  <a:extLst>
                    <a:ext uri="{FF2B5EF4-FFF2-40B4-BE49-F238E27FC236}">
                      <a16:creationId xmlns:a16="http://schemas.microsoft.com/office/drawing/2014/main" id="{FD6CE89A-C31A-4868-DA27-6B751DE39949}"/>
                    </a:ext>
                  </a:extLst>
                </p:cNvPr>
                <p:cNvSpPr/>
                <p:nvPr/>
              </p:nvSpPr>
              <p:spPr>
                <a:xfrm>
                  <a:off x="-1186522" y="1278380"/>
                  <a:ext cx="84466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569" extrusionOk="0">
                      <a:moveTo>
                        <a:pt x="507" y="0"/>
                      </a:moveTo>
                      <a:cubicBezTo>
                        <a:pt x="458" y="0"/>
                        <a:pt x="409" y="11"/>
                        <a:pt x="373" y="33"/>
                      </a:cubicBezTo>
                      <a:lnTo>
                        <a:pt x="78" y="205"/>
                      </a:lnTo>
                      <a:cubicBezTo>
                        <a:pt x="0" y="248"/>
                        <a:pt x="7" y="321"/>
                        <a:pt x="78" y="357"/>
                      </a:cubicBezTo>
                      <a:lnTo>
                        <a:pt x="389" y="536"/>
                      </a:lnTo>
                      <a:cubicBezTo>
                        <a:pt x="424" y="558"/>
                        <a:pt x="472" y="569"/>
                        <a:pt x="521" y="569"/>
                      </a:cubicBezTo>
                      <a:cubicBezTo>
                        <a:pt x="569" y="569"/>
                        <a:pt x="618" y="558"/>
                        <a:pt x="654" y="536"/>
                      </a:cubicBezTo>
                      <a:lnTo>
                        <a:pt x="949" y="364"/>
                      </a:lnTo>
                      <a:cubicBezTo>
                        <a:pt x="1020" y="321"/>
                        <a:pt x="1020" y="255"/>
                        <a:pt x="949" y="212"/>
                      </a:cubicBezTo>
                      <a:lnTo>
                        <a:pt x="639" y="33"/>
                      </a:lnTo>
                      <a:cubicBezTo>
                        <a:pt x="603" y="11"/>
                        <a:pt x="555" y="0"/>
                        <a:pt x="50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573;p44">
                  <a:extLst>
                    <a:ext uri="{FF2B5EF4-FFF2-40B4-BE49-F238E27FC236}">
                      <a16:creationId xmlns:a16="http://schemas.microsoft.com/office/drawing/2014/main" id="{FFD1F8FB-9939-B6A5-9C14-AA67A527A4FB}"/>
                    </a:ext>
                  </a:extLst>
                </p:cNvPr>
                <p:cNvSpPr/>
                <p:nvPr/>
              </p:nvSpPr>
              <p:spPr>
                <a:xfrm>
                  <a:off x="-1516359" y="1154660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40" y="0"/>
                      </a:moveTo>
                      <a:cubicBezTo>
                        <a:pt x="493" y="0"/>
                        <a:pt x="446" y="11"/>
                        <a:pt x="411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35"/>
                        <a:pt x="79" y="378"/>
                      </a:cubicBezTo>
                      <a:lnTo>
                        <a:pt x="374" y="550"/>
                      </a:lnTo>
                      <a:cubicBezTo>
                        <a:pt x="411" y="572"/>
                        <a:pt x="459" y="583"/>
                        <a:pt x="507" y="583"/>
                      </a:cubicBezTo>
                      <a:cubicBezTo>
                        <a:pt x="556" y="583"/>
                        <a:pt x="604" y="572"/>
                        <a:pt x="640" y="550"/>
                      </a:cubicBezTo>
                      <a:lnTo>
                        <a:pt x="971" y="355"/>
                      </a:lnTo>
                      <a:cubicBezTo>
                        <a:pt x="1042" y="312"/>
                        <a:pt x="1042" y="248"/>
                        <a:pt x="971" y="205"/>
                      </a:cubicBezTo>
                      <a:lnTo>
                        <a:pt x="676" y="33"/>
                      </a:lnTo>
                      <a:cubicBezTo>
                        <a:pt x="637" y="11"/>
                        <a:pt x="588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74;p44">
                  <a:extLst>
                    <a:ext uri="{FF2B5EF4-FFF2-40B4-BE49-F238E27FC236}">
                      <a16:creationId xmlns:a16="http://schemas.microsoft.com/office/drawing/2014/main" id="{F0227A53-35CA-BDBE-ED3B-73B5F7913053}"/>
                    </a:ext>
                  </a:extLst>
                </p:cNvPr>
                <p:cNvSpPr/>
                <p:nvPr/>
              </p:nvSpPr>
              <p:spPr>
                <a:xfrm>
                  <a:off x="-1472221" y="1113503"/>
                  <a:ext cx="83307" cy="46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3" extrusionOk="0">
                      <a:moveTo>
                        <a:pt x="504" y="1"/>
                      </a:moveTo>
                      <a:cubicBezTo>
                        <a:pt x="456" y="1"/>
                        <a:pt x="409" y="11"/>
                        <a:pt x="373" y="33"/>
                      </a:cubicBezTo>
                      <a:lnTo>
                        <a:pt x="71" y="205"/>
                      </a:lnTo>
                      <a:cubicBezTo>
                        <a:pt x="0" y="249"/>
                        <a:pt x="0" y="314"/>
                        <a:pt x="71" y="357"/>
                      </a:cubicBezTo>
                      <a:lnTo>
                        <a:pt x="373" y="530"/>
                      </a:lnTo>
                      <a:cubicBezTo>
                        <a:pt x="409" y="551"/>
                        <a:pt x="458" y="562"/>
                        <a:pt x="506" y="562"/>
                      </a:cubicBezTo>
                      <a:cubicBezTo>
                        <a:pt x="555" y="562"/>
                        <a:pt x="603" y="551"/>
                        <a:pt x="638" y="530"/>
                      </a:cubicBezTo>
                      <a:lnTo>
                        <a:pt x="933" y="357"/>
                      </a:lnTo>
                      <a:cubicBezTo>
                        <a:pt x="1006" y="314"/>
                        <a:pt x="1006" y="249"/>
                        <a:pt x="933" y="205"/>
                      </a:cubicBezTo>
                      <a:lnTo>
                        <a:pt x="638" y="33"/>
                      </a:lnTo>
                      <a:cubicBezTo>
                        <a:pt x="600" y="11"/>
                        <a:pt x="551" y="1"/>
                        <a:pt x="50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75;p44">
                  <a:extLst>
                    <a:ext uri="{FF2B5EF4-FFF2-40B4-BE49-F238E27FC236}">
                      <a16:creationId xmlns:a16="http://schemas.microsoft.com/office/drawing/2014/main" id="{82F0BB8A-8260-7A8C-2E21-99110484A7F4}"/>
                    </a:ext>
                  </a:extLst>
                </p:cNvPr>
                <p:cNvSpPr/>
                <p:nvPr/>
              </p:nvSpPr>
              <p:spPr>
                <a:xfrm>
                  <a:off x="-1415826" y="1092634"/>
                  <a:ext cx="62687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418" extrusionOk="0">
                      <a:moveTo>
                        <a:pt x="257" y="1"/>
                      </a:moveTo>
                      <a:cubicBezTo>
                        <a:pt x="208" y="1"/>
                        <a:pt x="159" y="12"/>
                        <a:pt x="123" y="33"/>
                      </a:cubicBezTo>
                      <a:lnTo>
                        <a:pt x="73" y="62"/>
                      </a:lnTo>
                      <a:cubicBezTo>
                        <a:pt x="1" y="106"/>
                        <a:pt x="1" y="169"/>
                        <a:pt x="73" y="213"/>
                      </a:cubicBezTo>
                      <a:lnTo>
                        <a:pt x="375" y="385"/>
                      </a:lnTo>
                      <a:cubicBezTo>
                        <a:pt x="411" y="407"/>
                        <a:pt x="460" y="417"/>
                        <a:pt x="508" y="417"/>
                      </a:cubicBezTo>
                      <a:cubicBezTo>
                        <a:pt x="557" y="417"/>
                        <a:pt x="605" y="407"/>
                        <a:pt x="641" y="385"/>
                      </a:cubicBezTo>
                      <a:lnTo>
                        <a:pt x="684" y="357"/>
                      </a:lnTo>
                      <a:cubicBezTo>
                        <a:pt x="756" y="314"/>
                        <a:pt x="756" y="249"/>
                        <a:pt x="684" y="206"/>
                      </a:cubicBezTo>
                      <a:lnTo>
                        <a:pt x="389" y="33"/>
                      </a:lnTo>
                      <a:cubicBezTo>
                        <a:pt x="353" y="12"/>
                        <a:pt x="305" y="1"/>
                        <a:pt x="25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76;p44">
                  <a:extLst>
                    <a:ext uri="{FF2B5EF4-FFF2-40B4-BE49-F238E27FC236}">
                      <a16:creationId xmlns:a16="http://schemas.microsoft.com/office/drawing/2014/main" id="{5519F4C0-84A4-1587-9DE6-ED005064810B}"/>
                    </a:ext>
                  </a:extLst>
                </p:cNvPr>
                <p:cNvSpPr/>
                <p:nvPr/>
              </p:nvSpPr>
              <p:spPr>
                <a:xfrm>
                  <a:off x="-1359266" y="1124765"/>
                  <a:ext cx="63847" cy="3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" h="427" extrusionOk="0">
                      <a:moveTo>
                        <a:pt x="252" y="1"/>
                      </a:moveTo>
                      <a:cubicBezTo>
                        <a:pt x="204" y="1"/>
                        <a:pt x="156" y="12"/>
                        <a:pt x="116" y="33"/>
                      </a:cubicBezTo>
                      <a:lnTo>
                        <a:pt x="73" y="63"/>
                      </a:lnTo>
                      <a:cubicBezTo>
                        <a:pt x="1" y="106"/>
                        <a:pt x="1" y="178"/>
                        <a:pt x="73" y="213"/>
                      </a:cubicBezTo>
                      <a:lnTo>
                        <a:pt x="382" y="394"/>
                      </a:lnTo>
                      <a:cubicBezTo>
                        <a:pt x="418" y="415"/>
                        <a:pt x="467" y="426"/>
                        <a:pt x="515" y="426"/>
                      </a:cubicBezTo>
                      <a:cubicBezTo>
                        <a:pt x="564" y="426"/>
                        <a:pt x="612" y="415"/>
                        <a:pt x="648" y="394"/>
                      </a:cubicBezTo>
                      <a:lnTo>
                        <a:pt x="691" y="371"/>
                      </a:lnTo>
                      <a:cubicBezTo>
                        <a:pt x="770" y="328"/>
                        <a:pt x="763" y="256"/>
                        <a:pt x="691" y="213"/>
                      </a:cubicBezTo>
                      <a:lnTo>
                        <a:pt x="382" y="33"/>
                      </a:lnTo>
                      <a:cubicBezTo>
                        <a:pt x="346" y="12"/>
                        <a:pt x="299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77;p44">
                  <a:extLst>
                    <a:ext uri="{FF2B5EF4-FFF2-40B4-BE49-F238E27FC236}">
                      <a16:creationId xmlns:a16="http://schemas.microsoft.com/office/drawing/2014/main" id="{9F648CDE-63E7-4B57-D7B2-DE7E4A89702C}"/>
                    </a:ext>
                  </a:extLst>
                </p:cNvPr>
                <p:cNvSpPr/>
                <p:nvPr/>
              </p:nvSpPr>
              <p:spPr>
                <a:xfrm>
                  <a:off x="-1185943" y="1225381"/>
                  <a:ext cx="62522" cy="34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413" extrusionOk="0">
                      <a:moveTo>
                        <a:pt x="252" y="0"/>
                      </a:moveTo>
                      <a:cubicBezTo>
                        <a:pt x="205" y="0"/>
                        <a:pt x="158" y="11"/>
                        <a:pt x="123" y="33"/>
                      </a:cubicBezTo>
                      <a:lnTo>
                        <a:pt x="71" y="55"/>
                      </a:lnTo>
                      <a:cubicBezTo>
                        <a:pt x="0" y="98"/>
                        <a:pt x="0" y="171"/>
                        <a:pt x="71" y="214"/>
                      </a:cubicBezTo>
                      <a:lnTo>
                        <a:pt x="373" y="386"/>
                      </a:lnTo>
                      <a:cubicBezTo>
                        <a:pt x="409" y="404"/>
                        <a:pt x="456" y="412"/>
                        <a:pt x="503" y="412"/>
                      </a:cubicBezTo>
                      <a:cubicBezTo>
                        <a:pt x="550" y="412"/>
                        <a:pt x="596" y="404"/>
                        <a:pt x="632" y="386"/>
                      </a:cubicBezTo>
                      <a:lnTo>
                        <a:pt x="683" y="357"/>
                      </a:lnTo>
                      <a:cubicBezTo>
                        <a:pt x="754" y="314"/>
                        <a:pt x="754" y="241"/>
                        <a:pt x="683" y="198"/>
                      </a:cubicBezTo>
                      <a:lnTo>
                        <a:pt x="388" y="33"/>
                      </a:lnTo>
                      <a:cubicBezTo>
                        <a:pt x="349" y="11"/>
                        <a:pt x="300" y="0"/>
                        <a:pt x="25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8;p44">
                  <a:extLst>
                    <a:ext uri="{FF2B5EF4-FFF2-40B4-BE49-F238E27FC236}">
                      <a16:creationId xmlns:a16="http://schemas.microsoft.com/office/drawing/2014/main" id="{58B4D14F-1388-8B14-7612-50A76245750F}"/>
                    </a:ext>
                  </a:extLst>
                </p:cNvPr>
                <p:cNvSpPr/>
                <p:nvPr/>
              </p:nvSpPr>
              <p:spPr>
                <a:xfrm>
                  <a:off x="-1302127" y="1158221"/>
                  <a:ext cx="63267" cy="34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" h="419" extrusionOk="0">
                      <a:moveTo>
                        <a:pt x="253" y="1"/>
                      </a:moveTo>
                      <a:cubicBezTo>
                        <a:pt x="206" y="1"/>
                        <a:pt x="160" y="11"/>
                        <a:pt x="123" y="33"/>
                      </a:cubicBezTo>
                      <a:lnTo>
                        <a:pt x="73" y="61"/>
                      </a:lnTo>
                      <a:cubicBezTo>
                        <a:pt x="1" y="104"/>
                        <a:pt x="1" y="169"/>
                        <a:pt x="73" y="212"/>
                      </a:cubicBezTo>
                      <a:lnTo>
                        <a:pt x="382" y="392"/>
                      </a:lnTo>
                      <a:cubicBezTo>
                        <a:pt x="418" y="410"/>
                        <a:pt x="465" y="419"/>
                        <a:pt x="511" y="419"/>
                      </a:cubicBezTo>
                      <a:cubicBezTo>
                        <a:pt x="558" y="419"/>
                        <a:pt x="605" y="410"/>
                        <a:pt x="641" y="392"/>
                      </a:cubicBezTo>
                      <a:lnTo>
                        <a:pt x="691" y="362"/>
                      </a:lnTo>
                      <a:cubicBezTo>
                        <a:pt x="763" y="319"/>
                        <a:pt x="763" y="249"/>
                        <a:pt x="691" y="205"/>
                      </a:cubicBezTo>
                      <a:lnTo>
                        <a:pt x="382" y="33"/>
                      </a:lnTo>
                      <a:cubicBezTo>
                        <a:pt x="346" y="11"/>
                        <a:pt x="299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79;p44">
                  <a:extLst>
                    <a:ext uri="{FF2B5EF4-FFF2-40B4-BE49-F238E27FC236}">
                      <a16:creationId xmlns:a16="http://schemas.microsoft.com/office/drawing/2014/main" id="{59A4581D-1348-2F91-A614-A2BCED5DDCC1}"/>
                    </a:ext>
                  </a:extLst>
                </p:cNvPr>
                <p:cNvSpPr/>
                <p:nvPr/>
              </p:nvSpPr>
              <p:spPr>
                <a:xfrm>
                  <a:off x="-1415826" y="1146048"/>
                  <a:ext cx="84052" cy="46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" h="566" extrusionOk="0">
                      <a:moveTo>
                        <a:pt x="501" y="1"/>
                      </a:moveTo>
                      <a:cubicBezTo>
                        <a:pt x="453" y="1"/>
                        <a:pt x="404" y="10"/>
                        <a:pt x="368" y="28"/>
                      </a:cubicBezTo>
                      <a:lnTo>
                        <a:pt x="73" y="201"/>
                      </a:lnTo>
                      <a:cubicBezTo>
                        <a:pt x="1" y="244"/>
                        <a:pt x="1" y="316"/>
                        <a:pt x="73" y="359"/>
                      </a:cubicBezTo>
                      <a:lnTo>
                        <a:pt x="382" y="539"/>
                      </a:lnTo>
                      <a:cubicBezTo>
                        <a:pt x="418" y="557"/>
                        <a:pt x="467" y="566"/>
                        <a:pt x="515" y="566"/>
                      </a:cubicBezTo>
                      <a:cubicBezTo>
                        <a:pt x="564" y="566"/>
                        <a:pt x="612" y="557"/>
                        <a:pt x="648" y="539"/>
                      </a:cubicBezTo>
                      <a:lnTo>
                        <a:pt x="943" y="359"/>
                      </a:lnTo>
                      <a:cubicBezTo>
                        <a:pt x="1015" y="323"/>
                        <a:pt x="1015" y="251"/>
                        <a:pt x="943" y="208"/>
                      </a:cubicBezTo>
                      <a:lnTo>
                        <a:pt x="634" y="28"/>
                      </a:lnTo>
                      <a:cubicBezTo>
                        <a:pt x="597" y="10"/>
                        <a:pt x="549" y="1"/>
                        <a:pt x="50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80;p44">
                  <a:extLst>
                    <a:ext uri="{FF2B5EF4-FFF2-40B4-BE49-F238E27FC236}">
                      <a16:creationId xmlns:a16="http://schemas.microsoft.com/office/drawing/2014/main" id="{FF53EDDA-D35D-50E8-BCDD-6B60D35D0445}"/>
                    </a:ext>
                  </a:extLst>
                </p:cNvPr>
                <p:cNvSpPr/>
                <p:nvPr/>
              </p:nvSpPr>
              <p:spPr>
                <a:xfrm>
                  <a:off x="-1358687" y="1178924"/>
                  <a:ext cx="84135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70" extrusionOk="0">
                      <a:moveTo>
                        <a:pt x="501" y="1"/>
                      </a:moveTo>
                      <a:cubicBezTo>
                        <a:pt x="453" y="1"/>
                        <a:pt x="404" y="12"/>
                        <a:pt x="368" y="33"/>
                      </a:cubicBezTo>
                      <a:lnTo>
                        <a:pt x="73" y="206"/>
                      </a:lnTo>
                      <a:cubicBezTo>
                        <a:pt x="1" y="249"/>
                        <a:pt x="1" y="314"/>
                        <a:pt x="73" y="357"/>
                      </a:cubicBezTo>
                      <a:lnTo>
                        <a:pt x="382" y="537"/>
                      </a:lnTo>
                      <a:cubicBezTo>
                        <a:pt x="418" y="558"/>
                        <a:pt x="465" y="569"/>
                        <a:pt x="512" y="569"/>
                      </a:cubicBezTo>
                      <a:cubicBezTo>
                        <a:pt x="559" y="569"/>
                        <a:pt x="605" y="558"/>
                        <a:pt x="641" y="537"/>
                      </a:cubicBezTo>
                      <a:lnTo>
                        <a:pt x="943" y="364"/>
                      </a:lnTo>
                      <a:cubicBezTo>
                        <a:pt x="1015" y="321"/>
                        <a:pt x="1015" y="249"/>
                        <a:pt x="943" y="206"/>
                      </a:cubicBezTo>
                      <a:lnTo>
                        <a:pt x="634" y="33"/>
                      </a:lnTo>
                      <a:cubicBezTo>
                        <a:pt x="598" y="12"/>
                        <a:pt x="549" y="1"/>
                        <a:pt x="50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581;p44">
                  <a:extLst>
                    <a:ext uri="{FF2B5EF4-FFF2-40B4-BE49-F238E27FC236}">
                      <a16:creationId xmlns:a16="http://schemas.microsoft.com/office/drawing/2014/main" id="{2561ADDD-6E53-2DFE-3C46-8B570B4CD98D}"/>
                    </a:ext>
                  </a:extLst>
                </p:cNvPr>
                <p:cNvSpPr/>
                <p:nvPr/>
              </p:nvSpPr>
              <p:spPr>
                <a:xfrm>
                  <a:off x="-1245567" y="1190932"/>
                  <a:ext cx="66248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438" extrusionOk="0">
                      <a:moveTo>
                        <a:pt x="256" y="1"/>
                      </a:moveTo>
                      <a:cubicBezTo>
                        <a:pt x="208" y="1"/>
                        <a:pt x="160" y="11"/>
                        <a:pt x="123" y="33"/>
                      </a:cubicBezTo>
                      <a:lnTo>
                        <a:pt x="73" y="61"/>
                      </a:lnTo>
                      <a:cubicBezTo>
                        <a:pt x="1" y="104"/>
                        <a:pt x="1" y="169"/>
                        <a:pt x="73" y="212"/>
                      </a:cubicBezTo>
                      <a:lnTo>
                        <a:pt x="412" y="406"/>
                      </a:lnTo>
                      <a:cubicBezTo>
                        <a:pt x="447" y="427"/>
                        <a:pt x="495" y="438"/>
                        <a:pt x="544" y="438"/>
                      </a:cubicBezTo>
                      <a:cubicBezTo>
                        <a:pt x="592" y="438"/>
                        <a:pt x="641" y="427"/>
                        <a:pt x="677" y="406"/>
                      </a:cubicBezTo>
                      <a:lnTo>
                        <a:pt x="727" y="378"/>
                      </a:lnTo>
                      <a:cubicBezTo>
                        <a:pt x="800" y="335"/>
                        <a:pt x="800" y="269"/>
                        <a:pt x="727" y="226"/>
                      </a:cubicBezTo>
                      <a:lnTo>
                        <a:pt x="389" y="33"/>
                      </a:lnTo>
                      <a:cubicBezTo>
                        <a:pt x="353" y="11"/>
                        <a:pt x="305" y="1"/>
                        <a:pt x="25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582;p44">
                  <a:extLst>
                    <a:ext uri="{FF2B5EF4-FFF2-40B4-BE49-F238E27FC236}">
                      <a16:creationId xmlns:a16="http://schemas.microsoft.com/office/drawing/2014/main" id="{36009DE1-43D6-EB74-B94C-0F0D93293A93}"/>
                    </a:ext>
                  </a:extLst>
                </p:cNvPr>
                <p:cNvSpPr/>
                <p:nvPr/>
              </p:nvSpPr>
              <p:spPr>
                <a:xfrm>
                  <a:off x="-1302127" y="1211800"/>
                  <a:ext cx="87116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83" extrusionOk="0">
                      <a:moveTo>
                        <a:pt x="505" y="1"/>
                      </a:moveTo>
                      <a:cubicBezTo>
                        <a:pt x="458" y="1"/>
                        <a:pt x="411" y="11"/>
                        <a:pt x="375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19"/>
                        <a:pt x="80" y="355"/>
                      </a:cubicBezTo>
                      <a:lnTo>
                        <a:pt x="411" y="550"/>
                      </a:lnTo>
                      <a:cubicBezTo>
                        <a:pt x="447" y="572"/>
                        <a:pt x="495" y="583"/>
                        <a:pt x="544" y="583"/>
                      </a:cubicBezTo>
                      <a:cubicBezTo>
                        <a:pt x="592" y="583"/>
                        <a:pt x="641" y="572"/>
                        <a:pt x="677" y="550"/>
                      </a:cubicBezTo>
                      <a:lnTo>
                        <a:pt x="979" y="378"/>
                      </a:lnTo>
                      <a:cubicBezTo>
                        <a:pt x="1051" y="335"/>
                        <a:pt x="1051" y="269"/>
                        <a:pt x="972" y="226"/>
                      </a:cubicBezTo>
                      <a:lnTo>
                        <a:pt x="641" y="33"/>
                      </a:lnTo>
                      <a:cubicBezTo>
                        <a:pt x="601" y="11"/>
                        <a:pt x="553" y="1"/>
                        <a:pt x="5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583;p44">
                  <a:extLst>
                    <a:ext uri="{FF2B5EF4-FFF2-40B4-BE49-F238E27FC236}">
                      <a16:creationId xmlns:a16="http://schemas.microsoft.com/office/drawing/2014/main" id="{A6D7F1BD-8B42-F3BA-0087-B3B257F60C10}"/>
                    </a:ext>
                  </a:extLst>
                </p:cNvPr>
                <p:cNvSpPr/>
                <p:nvPr/>
              </p:nvSpPr>
              <p:spPr>
                <a:xfrm>
                  <a:off x="-1611509" y="1166337"/>
                  <a:ext cx="86371" cy="48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0" extrusionOk="0">
                      <a:moveTo>
                        <a:pt x="503" y="1"/>
                      </a:moveTo>
                      <a:cubicBezTo>
                        <a:pt x="456" y="1"/>
                        <a:pt x="409" y="10"/>
                        <a:pt x="373" y="28"/>
                      </a:cubicBezTo>
                      <a:lnTo>
                        <a:pt x="71" y="201"/>
                      </a:lnTo>
                      <a:cubicBezTo>
                        <a:pt x="0" y="244"/>
                        <a:pt x="0" y="314"/>
                        <a:pt x="78" y="351"/>
                      </a:cubicBezTo>
                      <a:lnTo>
                        <a:pt x="409" y="553"/>
                      </a:lnTo>
                      <a:cubicBezTo>
                        <a:pt x="445" y="571"/>
                        <a:pt x="494" y="580"/>
                        <a:pt x="543" y="580"/>
                      </a:cubicBezTo>
                      <a:cubicBezTo>
                        <a:pt x="591" y="580"/>
                        <a:pt x="639" y="571"/>
                        <a:pt x="675" y="553"/>
                      </a:cubicBezTo>
                      <a:lnTo>
                        <a:pt x="970" y="380"/>
                      </a:lnTo>
                      <a:cubicBezTo>
                        <a:pt x="1042" y="337"/>
                        <a:pt x="1042" y="264"/>
                        <a:pt x="970" y="221"/>
                      </a:cubicBezTo>
                      <a:lnTo>
                        <a:pt x="632" y="28"/>
                      </a:lnTo>
                      <a:cubicBezTo>
                        <a:pt x="596" y="10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584;p44">
                  <a:extLst>
                    <a:ext uri="{FF2B5EF4-FFF2-40B4-BE49-F238E27FC236}">
                      <a16:creationId xmlns:a16="http://schemas.microsoft.com/office/drawing/2014/main" id="{825F4C88-67D9-4E51-9076-897205316FA6}"/>
                    </a:ext>
                  </a:extLst>
                </p:cNvPr>
                <p:cNvSpPr/>
                <p:nvPr/>
              </p:nvSpPr>
              <p:spPr>
                <a:xfrm>
                  <a:off x="-1552134" y="1200372"/>
                  <a:ext cx="83555" cy="46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563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14"/>
                        <a:pt x="73" y="357"/>
                      </a:cubicBezTo>
                      <a:lnTo>
                        <a:pt x="375" y="530"/>
                      </a:lnTo>
                      <a:cubicBezTo>
                        <a:pt x="411" y="551"/>
                        <a:pt x="458" y="562"/>
                        <a:pt x="505" y="562"/>
                      </a:cubicBezTo>
                      <a:cubicBezTo>
                        <a:pt x="551" y="562"/>
                        <a:pt x="598" y="551"/>
                        <a:pt x="634" y="530"/>
                      </a:cubicBezTo>
                      <a:lnTo>
                        <a:pt x="936" y="357"/>
                      </a:lnTo>
                      <a:cubicBezTo>
                        <a:pt x="1008" y="314"/>
                        <a:pt x="1008" y="248"/>
                        <a:pt x="929" y="205"/>
                      </a:cubicBezTo>
                      <a:lnTo>
                        <a:pt x="634" y="33"/>
                      </a:lnTo>
                      <a:cubicBezTo>
                        <a:pt x="598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585;p44">
                  <a:extLst>
                    <a:ext uri="{FF2B5EF4-FFF2-40B4-BE49-F238E27FC236}">
                      <a16:creationId xmlns:a16="http://schemas.microsoft.com/office/drawing/2014/main" id="{0CA9B09F-7974-24B4-506E-1EFF45B9B740}"/>
                    </a:ext>
                  </a:extLst>
                </p:cNvPr>
                <p:cNvSpPr/>
                <p:nvPr/>
              </p:nvSpPr>
              <p:spPr>
                <a:xfrm>
                  <a:off x="-1459799" y="1187371"/>
                  <a:ext cx="86950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90" extrusionOk="0">
                      <a:moveTo>
                        <a:pt x="536" y="1"/>
                      </a:moveTo>
                      <a:cubicBezTo>
                        <a:pt x="487" y="1"/>
                        <a:pt x="438" y="11"/>
                        <a:pt x="402" y="33"/>
                      </a:cubicBezTo>
                      <a:lnTo>
                        <a:pt x="73" y="226"/>
                      </a:lnTo>
                      <a:cubicBezTo>
                        <a:pt x="0" y="262"/>
                        <a:pt x="0" y="335"/>
                        <a:pt x="73" y="378"/>
                      </a:cubicBezTo>
                      <a:lnTo>
                        <a:pt x="382" y="557"/>
                      </a:lnTo>
                      <a:cubicBezTo>
                        <a:pt x="418" y="579"/>
                        <a:pt x="466" y="590"/>
                        <a:pt x="514" y="590"/>
                      </a:cubicBezTo>
                      <a:cubicBezTo>
                        <a:pt x="563" y="590"/>
                        <a:pt x="611" y="579"/>
                        <a:pt x="647" y="557"/>
                      </a:cubicBezTo>
                      <a:lnTo>
                        <a:pt x="978" y="362"/>
                      </a:lnTo>
                      <a:cubicBezTo>
                        <a:pt x="1049" y="319"/>
                        <a:pt x="1049" y="248"/>
                        <a:pt x="978" y="205"/>
                      </a:cubicBezTo>
                      <a:lnTo>
                        <a:pt x="670" y="33"/>
                      </a:lnTo>
                      <a:cubicBezTo>
                        <a:pt x="633" y="11"/>
                        <a:pt x="585" y="1"/>
                        <a:pt x="53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586;p44">
                  <a:extLst>
                    <a:ext uri="{FF2B5EF4-FFF2-40B4-BE49-F238E27FC236}">
                      <a16:creationId xmlns:a16="http://schemas.microsoft.com/office/drawing/2014/main" id="{63C8827F-F658-21B5-DF07-389C6315B87E}"/>
                    </a:ext>
                  </a:extLst>
                </p:cNvPr>
                <p:cNvSpPr/>
                <p:nvPr/>
              </p:nvSpPr>
              <p:spPr>
                <a:xfrm>
                  <a:off x="-1402659" y="1220081"/>
                  <a:ext cx="86950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90" extrusionOk="0">
                      <a:moveTo>
                        <a:pt x="540" y="1"/>
                      </a:moveTo>
                      <a:cubicBezTo>
                        <a:pt x="493" y="1"/>
                        <a:pt x="446" y="11"/>
                        <a:pt x="411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35"/>
                        <a:pt x="73" y="378"/>
                      </a:cubicBezTo>
                      <a:lnTo>
                        <a:pt x="382" y="557"/>
                      </a:lnTo>
                      <a:cubicBezTo>
                        <a:pt x="418" y="579"/>
                        <a:pt x="464" y="590"/>
                        <a:pt x="511" y="590"/>
                      </a:cubicBezTo>
                      <a:cubicBezTo>
                        <a:pt x="558" y="590"/>
                        <a:pt x="604" y="579"/>
                        <a:pt x="640" y="557"/>
                      </a:cubicBezTo>
                      <a:lnTo>
                        <a:pt x="978" y="364"/>
                      </a:lnTo>
                      <a:cubicBezTo>
                        <a:pt x="1049" y="321"/>
                        <a:pt x="1049" y="249"/>
                        <a:pt x="978" y="212"/>
                      </a:cubicBezTo>
                      <a:lnTo>
                        <a:pt x="670" y="33"/>
                      </a:lnTo>
                      <a:cubicBezTo>
                        <a:pt x="633" y="11"/>
                        <a:pt x="586" y="1"/>
                        <a:pt x="54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587;p44">
                  <a:extLst>
                    <a:ext uri="{FF2B5EF4-FFF2-40B4-BE49-F238E27FC236}">
                      <a16:creationId xmlns:a16="http://schemas.microsoft.com/office/drawing/2014/main" id="{5E94C8E5-2DC7-B4D6-4288-F0D993081561}"/>
                    </a:ext>
                  </a:extLst>
                </p:cNvPr>
                <p:cNvSpPr/>
                <p:nvPr/>
              </p:nvSpPr>
              <p:spPr>
                <a:xfrm>
                  <a:off x="-1346099" y="1252792"/>
                  <a:ext cx="89932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07" extrusionOk="0">
                      <a:moveTo>
                        <a:pt x="543" y="1"/>
                      </a:moveTo>
                      <a:cubicBezTo>
                        <a:pt x="494" y="1"/>
                        <a:pt x="446" y="11"/>
                        <a:pt x="409" y="33"/>
                      </a:cubicBezTo>
                      <a:lnTo>
                        <a:pt x="80" y="228"/>
                      </a:lnTo>
                      <a:cubicBezTo>
                        <a:pt x="0" y="271"/>
                        <a:pt x="7" y="342"/>
                        <a:pt x="80" y="378"/>
                      </a:cubicBezTo>
                      <a:lnTo>
                        <a:pt x="409" y="580"/>
                      </a:lnTo>
                      <a:cubicBezTo>
                        <a:pt x="449" y="598"/>
                        <a:pt x="498" y="607"/>
                        <a:pt x="546" y="607"/>
                      </a:cubicBezTo>
                      <a:cubicBezTo>
                        <a:pt x="593" y="607"/>
                        <a:pt x="640" y="598"/>
                        <a:pt x="677" y="580"/>
                      </a:cubicBezTo>
                      <a:lnTo>
                        <a:pt x="1013" y="378"/>
                      </a:lnTo>
                      <a:cubicBezTo>
                        <a:pt x="1086" y="342"/>
                        <a:pt x="1086" y="271"/>
                        <a:pt x="1013" y="228"/>
                      </a:cubicBezTo>
                      <a:lnTo>
                        <a:pt x="677" y="33"/>
                      </a:lnTo>
                      <a:cubicBezTo>
                        <a:pt x="640" y="11"/>
                        <a:pt x="592" y="1"/>
                        <a:pt x="54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588;p44">
                  <a:extLst>
                    <a:ext uri="{FF2B5EF4-FFF2-40B4-BE49-F238E27FC236}">
                      <a16:creationId xmlns:a16="http://schemas.microsoft.com/office/drawing/2014/main" id="{2BFC3E54-4003-57E4-EFF2-842C43FDEE4F}"/>
                    </a:ext>
                  </a:extLst>
                </p:cNvPr>
                <p:cNvSpPr/>
                <p:nvPr/>
              </p:nvSpPr>
              <p:spPr>
                <a:xfrm>
                  <a:off x="-1438351" y="1265959"/>
                  <a:ext cx="83307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8" extrusionOk="0">
                      <a:moveTo>
                        <a:pt x="496" y="0"/>
                      </a:moveTo>
                      <a:cubicBezTo>
                        <a:pt x="449" y="0"/>
                        <a:pt x="403" y="11"/>
                        <a:pt x="367" y="33"/>
                      </a:cubicBezTo>
                      <a:lnTo>
                        <a:pt x="72" y="205"/>
                      </a:lnTo>
                      <a:cubicBezTo>
                        <a:pt x="0" y="248"/>
                        <a:pt x="0" y="312"/>
                        <a:pt x="72" y="355"/>
                      </a:cubicBezTo>
                      <a:lnTo>
                        <a:pt x="374" y="535"/>
                      </a:lnTo>
                      <a:cubicBezTo>
                        <a:pt x="414" y="556"/>
                        <a:pt x="462" y="567"/>
                        <a:pt x="510" y="567"/>
                      </a:cubicBezTo>
                      <a:cubicBezTo>
                        <a:pt x="557" y="567"/>
                        <a:pt x="604" y="556"/>
                        <a:pt x="640" y="535"/>
                      </a:cubicBezTo>
                      <a:lnTo>
                        <a:pt x="935" y="362"/>
                      </a:lnTo>
                      <a:cubicBezTo>
                        <a:pt x="1006" y="319"/>
                        <a:pt x="1006" y="248"/>
                        <a:pt x="935" y="212"/>
                      </a:cubicBezTo>
                      <a:lnTo>
                        <a:pt x="626" y="33"/>
                      </a:lnTo>
                      <a:cubicBezTo>
                        <a:pt x="590" y="11"/>
                        <a:pt x="543" y="0"/>
                        <a:pt x="49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589;p44">
                  <a:extLst>
                    <a:ext uri="{FF2B5EF4-FFF2-40B4-BE49-F238E27FC236}">
                      <a16:creationId xmlns:a16="http://schemas.microsoft.com/office/drawing/2014/main" id="{D5EA2E7F-7691-E76D-4144-6F990DAE97F9}"/>
                    </a:ext>
                  </a:extLst>
                </p:cNvPr>
                <p:cNvSpPr/>
                <p:nvPr/>
              </p:nvSpPr>
              <p:spPr>
                <a:xfrm>
                  <a:off x="-1286558" y="1287407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39" y="0"/>
                      </a:moveTo>
                      <a:cubicBezTo>
                        <a:pt x="492" y="0"/>
                        <a:pt x="446" y="11"/>
                        <a:pt x="410" y="32"/>
                      </a:cubicBezTo>
                      <a:lnTo>
                        <a:pt x="72" y="226"/>
                      </a:lnTo>
                      <a:cubicBezTo>
                        <a:pt x="1" y="269"/>
                        <a:pt x="1" y="334"/>
                        <a:pt x="72" y="377"/>
                      </a:cubicBezTo>
                      <a:lnTo>
                        <a:pt x="373" y="550"/>
                      </a:lnTo>
                      <a:cubicBezTo>
                        <a:pt x="410" y="572"/>
                        <a:pt x="457" y="582"/>
                        <a:pt x="503" y="582"/>
                      </a:cubicBezTo>
                      <a:cubicBezTo>
                        <a:pt x="550" y="582"/>
                        <a:pt x="597" y="572"/>
                        <a:pt x="632" y="550"/>
                      </a:cubicBezTo>
                      <a:lnTo>
                        <a:pt x="970" y="355"/>
                      </a:lnTo>
                      <a:cubicBezTo>
                        <a:pt x="1043" y="312"/>
                        <a:pt x="1043" y="248"/>
                        <a:pt x="970" y="205"/>
                      </a:cubicBezTo>
                      <a:lnTo>
                        <a:pt x="668" y="32"/>
                      </a:lnTo>
                      <a:cubicBezTo>
                        <a:pt x="632" y="11"/>
                        <a:pt x="586" y="0"/>
                        <a:pt x="53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590;p44">
                  <a:extLst>
                    <a:ext uri="{FF2B5EF4-FFF2-40B4-BE49-F238E27FC236}">
                      <a16:creationId xmlns:a16="http://schemas.microsoft.com/office/drawing/2014/main" id="{330944A4-9F5B-6A6E-ED9E-AE60B4C2BCFC}"/>
                    </a:ext>
                  </a:extLst>
                </p:cNvPr>
                <p:cNvSpPr/>
                <p:nvPr/>
              </p:nvSpPr>
              <p:spPr>
                <a:xfrm>
                  <a:off x="-1381791" y="1298669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00" y="0"/>
                      </a:moveTo>
                      <a:cubicBezTo>
                        <a:pt x="451" y="0"/>
                        <a:pt x="402" y="11"/>
                        <a:pt x="366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2"/>
                        <a:pt x="73" y="355"/>
                      </a:cubicBezTo>
                      <a:lnTo>
                        <a:pt x="409" y="550"/>
                      </a:lnTo>
                      <a:cubicBezTo>
                        <a:pt x="445" y="572"/>
                        <a:pt x="494" y="583"/>
                        <a:pt x="543" y="583"/>
                      </a:cubicBezTo>
                      <a:cubicBezTo>
                        <a:pt x="591" y="583"/>
                        <a:pt x="640" y="572"/>
                        <a:pt x="676" y="550"/>
                      </a:cubicBezTo>
                      <a:lnTo>
                        <a:pt x="970" y="378"/>
                      </a:lnTo>
                      <a:cubicBezTo>
                        <a:pt x="1042" y="342"/>
                        <a:pt x="1042" y="269"/>
                        <a:pt x="970" y="226"/>
                      </a:cubicBezTo>
                      <a:lnTo>
                        <a:pt x="633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591;p44">
                  <a:extLst>
                    <a:ext uri="{FF2B5EF4-FFF2-40B4-BE49-F238E27FC236}">
                      <a16:creationId xmlns:a16="http://schemas.microsoft.com/office/drawing/2014/main" id="{EBC126E4-CE58-8567-3E55-605032E14AE0}"/>
                    </a:ext>
                  </a:extLst>
                </p:cNvPr>
                <p:cNvSpPr/>
                <p:nvPr/>
              </p:nvSpPr>
              <p:spPr>
                <a:xfrm>
                  <a:off x="-1471641" y="1312333"/>
                  <a:ext cx="85211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0" extrusionOk="0">
                      <a:moveTo>
                        <a:pt x="516" y="1"/>
                      </a:moveTo>
                      <a:cubicBezTo>
                        <a:pt x="468" y="1"/>
                        <a:pt x="420" y="12"/>
                        <a:pt x="381" y="33"/>
                      </a:cubicBezTo>
                      <a:lnTo>
                        <a:pt x="79" y="213"/>
                      </a:lnTo>
                      <a:cubicBezTo>
                        <a:pt x="0" y="256"/>
                        <a:pt x="7" y="320"/>
                        <a:pt x="79" y="363"/>
                      </a:cubicBezTo>
                      <a:lnTo>
                        <a:pt x="381" y="544"/>
                      </a:lnTo>
                      <a:cubicBezTo>
                        <a:pt x="417" y="561"/>
                        <a:pt x="465" y="570"/>
                        <a:pt x="514" y="570"/>
                      </a:cubicBezTo>
                      <a:cubicBezTo>
                        <a:pt x="562" y="570"/>
                        <a:pt x="611" y="561"/>
                        <a:pt x="647" y="544"/>
                      </a:cubicBezTo>
                      <a:lnTo>
                        <a:pt x="956" y="363"/>
                      </a:lnTo>
                      <a:cubicBezTo>
                        <a:pt x="1028" y="320"/>
                        <a:pt x="1028" y="249"/>
                        <a:pt x="956" y="206"/>
                      </a:cubicBezTo>
                      <a:lnTo>
                        <a:pt x="647" y="33"/>
                      </a:lnTo>
                      <a:cubicBezTo>
                        <a:pt x="611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592;p44">
                  <a:extLst>
                    <a:ext uri="{FF2B5EF4-FFF2-40B4-BE49-F238E27FC236}">
                      <a16:creationId xmlns:a16="http://schemas.microsoft.com/office/drawing/2014/main" id="{9CEA029B-5AC7-A08B-A281-226E3880B19F}"/>
                    </a:ext>
                  </a:extLst>
                </p:cNvPr>
                <p:cNvSpPr/>
                <p:nvPr/>
              </p:nvSpPr>
              <p:spPr>
                <a:xfrm>
                  <a:off x="-1577142" y="1317053"/>
                  <a:ext cx="85294" cy="4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577" extrusionOk="0">
                      <a:moveTo>
                        <a:pt x="516" y="1"/>
                      </a:moveTo>
                      <a:cubicBezTo>
                        <a:pt x="467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80" y="364"/>
                      </a:cubicBezTo>
                      <a:lnTo>
                        <a:pt x="382" y="544"/>
                      </a:lnTo>
                      <a:cubicBezTo>
                        <a:pt x="418" y="565"/>
                        <a:pt x="467" y="576"/>
                        <a:pt x="516" y="576"/>
                      </a:cubicBezTo>
                      <a:cubicBezTo>
                        <a:pt x="564" y="576"/>
                        <a:pt x="613" y="565"/>
                        <a:pt x="648" y="544"/>
                      </a:cubicBezTo>
                      <a:lnTo>
                        <a:pt x="957" y="364"/>
                      </a:lnTo>
                      <a:cubicBezTo>
                        <a:pt x="1029" y="321"/>
                        <a:pt x="1022" y="249"/>
                        <a:pt x="950" y="213"/>
                      </a:cubicBezTo>
                      <a:lnTo>
                        <a:pt x="648" y="33"/>
                      </a:lnTo>
                      <a:cubicBezTo>
                        <a:pt x="613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593;p44">
                  <a:extLst>
                    <a:ext uri="{FF2B5EF4-FFF2-40B4-BE49-F238E27FC236}">
                      <a16:creationId xmlns:a16="http://schemas.microsoft.com/office/drawing/2014/main" id="{C484FFF7-3B23-4EB6-6D43-C8FEB701CC51}"/>
                    </a:ext>
                  </a:extLst>
                </p:cNvPr>
                <p:cNvSpPr/>
                <p:nvPr/>
              </p:nvSpPr>
              <p:spPr>
                <a:xfrm>
                  <a:off x="-1230081" y="1319538"/>
                  <a:ext cx="87033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" h="590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1"/>
                        <a:pt x="73" y="385"/>
                      </a:cubicBezTo>
                      <a:lnTo>
                        <a:pt x="382" y="557"/>
                      </a:lnTo>
                      <a:cubicBezTo>
                        <a:pt x="418" y="579"/>
                        <a:pt x="466" y="589"/>
                        <a:pt x="515" y="589"/>
                      </a:cubicBezTo>
                      <a:cubicBezTo>
                        <a:pt x="564" y="589"/>
                        <a:pt x="612" y="579"/>
                        <a:pt x="647" y="557"/>
                      </a:cubicBezTo>
                      <a:lnTo>
                        <a:pt x="978" y="362"/>
                      </a:lnTo>
                      <a:cubicBezTo>
                        <a:pt x="1051" y="328"/>
                        <a:pt x="1051" y="255"/>
                        <a:pt x="978" y="212"/>
                      </a:cubicBezTo>
                      <a:lnTo>
                        <a:pt x="670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594;p44">
                  <a:extLst>
                    <a:ext uri="{FF2B5EF4-FFF2-40B4-BE49-F238E27FC236}">
                      <a16:creationId xmlns:a16="http://schemas.microsoft.com/office/drawing/2014/main" id="{5D18F952-3B88-150A-8374-0B6BB1518EB8}"/>
                    </a:ext>
                  </a:extLst>
                </p:cNvPr>
                <p:cNvSpPr/>
                <p:nvPr/>
              </p:nvSpPr>
              <p:spPr>
                <a:xfrm>
                  <a:off x="-1322250" y="1333202"/>
                  <a:ext cx="82810" cy="4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561" extrusionOk="0">
                      <a:moveTo>
                        <a:pt x="500" y="1"/>
                      </a:moveTo>
                      <a:cubicBezTo>
                        <a:pt x="451" y="1"/>
                        <a:pt x="403" y="12"/>
                        <a:pt x="366" y="33"/>
                      </a:cubicBezTo>
                      <a:lnTo>
                        <a:pt x="71" y="206"/>
                      </a:lnTo>
                      <a:cubicBezTo>
                        <a:pt x="1" y="240"/>
                        <a:pt x="1" y="313"/>
                        <a:pt x="71" y="356"/>
                      </a:cubicBezTo>
                      <a:lnTo>
                        <a:pt x="373" y="528"/>
                      </a:lnTo>
                      <a:cubicBezTo>
                        <a:pt x="409" y="550"/>
                        <a:pt x="456" y="561"/>
                        <a:pt x="503" y="561"/>
                      </a:cubicBezTo>
                      <a:cubicBezTo>
                        <a:pt x="550" y="561"/>
                        <a:pt x="597" y="550"/>
                        <a:pt x="632" y="528"/>
                      </a:cubicBezTo>
                      <a:lnTo>
                        <a:pt x="927" y="356"/>
                      </a:lnTo>
                      <a:cubicBezTo>
                        <a:pt x="999" y="313"/>
                        <a:pt x="999" y="240"/>
                        <a:pt x="927" y="206"/>
                      </a:cubicBezTo>
                      <a:lnTo>
                        <a:pt x="632" y="33"/>
                      </a:lnTo>
                      <a:cubicBezTo>
                        <a:pt x="597" y="12"/>
                        <a:pt x="548" y="1"/>
                        <a:pt x="50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595;p44">
                  <a:extLst>
                    <a:ext uri="{FF2B5EF4-FFF2-40B4-BE49-F238E27FC236}">
                      <a16:creationId xmlns:a16="http://schemas.microsoft.com/office/drawing/2014/main" id="{FB44ACA4-FCC3-ADDE-318F-219810D521CF}"/>
                    </a:ext>
                  </a:extLst>
                </p:cNvPr>
                <p:cNvSpPr/>
                <p:nvPr/>
              </p:nvSpPr>
              <p:spPr>
                <a:xfrm>
                  <a:off x="-1414501" y="1345126"/>
                  <a:ext cx="87447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90" extrusionOk="0">
                      <a:moveTo>
                        <a:pt x="511" y="0"/>
                      </a:moveTo>
                      <a:cubicBezTo>
                        <a:pt x="463" y="0"/>
                        <a:pt x="417" y="11"/>
                        <a:pt x="381" y="32"/>
                      </a:cubicBezTo>
                      <a:lnTo>
                        <a:pt x="71" y="212"/>
                      </a:lnTo>
                      <a:cubicBezTo>
                        <a:pt x="0" y="255"/>
                        <a:pt x="0" y="320"/>
                        <a:pt x="71" y="364"/>
                      </a:cubicBezTo>
                      <a:lnTo>
                        <a:pt x="409" y="557"/>
                      </a:lnTo>
                      <a:cubicBezTo>
                        <a:pt x="445" y="578"/>
                        <a:pt x="494" y="589"/>
                        <a:pt x="542" y="589"/>
                      </a:cubicBezTo>
                      <a:cubicBezTo>
                        <a:pt x="591" y="589"/>
                        <a:pt x="639" y="578"/>
                        <a:pt x="675" y="557"/>
                      </a:cubicBezTo>
                      <a:lnTo>
                        <a:pt x="985" y="377"/>
                      </a:lnTo>
                      <a:cubicBezTo>
                        <a:pt x="1056" y="334"/>
                        <a:pt x="1056" y="269"/>
                        <a:pt x="977" y="226"/>
                      </a:cubicBezTo>
                      <a:lnTo>
                        <a:pt x="647" y="32"/>
                      </a:lnTo>
                      <a:cubicBezTo>
                        <a:pt x="607" y="11"/>
                        <a:pt x="559" y="0"/>
                        <a:pt x="51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596;p44">
                  <a:extLst>
                    <a:ext uri="{FF2B5EF4-FFF2-40B4-BE49-F238E27FC236}">
                      <a16:creationId xmlns:a16="http://schemas.microsoft.com/office/drawing/2014/main" id="{B24637A8-7F50-6464-EF8B-139206EA19FF}"/>
                    </a:ext>
                  </a:extLst>
                </p:cNvPr>
                <p:cNvSpPr/>
                <p:nvPr/>
              </p:nvSpPr>
              <p:spPr>
                <a:xfrm>
                  <a:off x="-1172941" y="1352828"/>
                  <a:ext cx="82893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562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4" y="33"/>
                      </a:cubicBezTo>
                      <a:lnTo>
                        <a:pt x="73" y="227"/>
                      </a:lnTo>
                      <a:cubicBezTo>
                        <a:pt x="0" y="271"/>
                        <a:pt x="0" y="334"/>
                        <a:pt x="73" y="378"/>
                      </a:cubicBezTo>
                      <a:lnTo>
                        <a:pt x="332" y="529"/>
                      </a:lnTo>
                      <a:cubicBezTo>
                        <a:pt x="368" y="551"/>
                        <a:pt x="416" y="562"/>
                        <a:pt x="465" y="562"/>
                      </a:cubicBezTo>
                      <a:cubicBezTo>
                        <a:pt x="514" y="562"/>
                        <a:pt x="562" y="551"/>
                        <a:pt x="597" y="529"/>
                      </a:cubicBezTo>
                      <a:lnTo>
                        <a:pt x="928" y="334"/>
                      </a:lnTo>
                      <a:cubicBezTo>
                        <a:pt x="1001" y="291"/>
                        <a:pt x="1001" y="227"/>
                        <a:pt x="928" y="184"/>
                      </a:cubicBezTo>
                      <a:lnTo>
                        <a:pt x="670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597;p44">
                  <a:extLst>
                    <a:ext uri="{FF2B5EF4-FFF2-40B4-BE49-F238E27FC236}">
                      <a16:creationId xmlns:a16="http://schemas.microsoft.com/office/drawing/2014/main" id="{120E6644-D6A0-4159-CDB8-E27437500332}"/>
                    </a:ext>
                  </a:extLst>
                </p:cNvPr>
                <p:cNvSpPr/>
                <p:nvPr/>
              </p:nvSpPr>
              <p:spPr>
                <a:xfrm>
                  <a:off x="-1266352" y="1365332"/>
                  <a:ext cx="84632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8" extrusionOk="0">
                      <a:moveTo>
                        <a:pt x="503" y="1"/>
                      </a:moveTo>
                      <a:cubicBezTo>
                        <a:pt x="456" y="1"/>
                        <a:pt x="407" y="12"/>
                        <a:pt x="368" y="33"/>
                      </a:cubicBezTo>
                      <a:lnTo>
                        <a:pt x="73" y="206"/>
                      </a:lnTo>
                      <a:cubicBezTo>
                        <a:pt x="0" y="249"/>
                        <a:pt x="0" y="320"/>
                        <a:pt x="73" y="356"/>
                      </a:cubicBezTo>
                      <a:lnTo>
                        <a:pt x="388" y="535"/>
                      </a:lnTo>
                      <a:cubicBezTo>
                        <a:pt x="424" y="557"/>
                        <a:pt x="471" y="568"/>
                        <a:pt x="518" y="568"/>
                      </a:cubicBezTo>
                      <a:cubicBezTo>
                        <a:pt x="565" y="568"/>
                        <a:pt x="612" y="557"/>
                        <a:pt x="647" y="535"/>
                      </a:cubicBezTo>
                      <a:lnTo>
                        <a:pt x="949" y="363"/>
                      </a:lnTo>
                      <a:cubicBezTo>
                        <a:pt x="1021" y="327"/>
                        <a:pt x="1014" y="256"/>
                        <a:pt x="942" y="213"/>
                      </a:cubicBezTo>
                      <a:lnTo>
                        <a:pt x="633" y="33"/>
                      </a:lnTo>
                      <a:cubicBezTo>
                        <a:pt x="597" y="12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598;p44">
                  <a:extLst>
                    <a:ext uri="{FF2B5EF4-FFF2-40B4-BE49-F238E27FC236}">
                      <a16:creationId xmlns:a16="http://schemas.microsoft.com/office/drawing/2014/main" id="{E59777D1-EECA-5E8C-F90D-2306FDC1BB8A}"/>
                    </a:ext>
                  </a:extLst>
                </p:cNvPr>
                <p:cNvSpPr/>
                <p:nvPr/>
              </p:nvSpPr>
              <p:spPr>
                <a:xfrm>
                  <a:off x="-1355126" y="1379493"/>
                  <a:ext cx="84135" cy="46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65" extrusionOk="0">
                      <a:moveTo>
                        <a:pt x="512" y="0"/>
                      </a:moveTo>
                      <a:cubicBezTo>
                        <a:pt x="465" y="0"/>
                        <a:pt x="418" y="9"/>
                        <a:pt x="382" y="26"/>
                      </a:cubicBezTo>
                      <a:lnTo>
                        <a:pt x="73" y="207"/>
                      </a:lnTo>
                      <a:cubicBezTo>
                        <a:pt x="1" y="250"/>
                        <a:pt x="1" y="321"/>
                        <a:pt x="73" y="364"/>
                      </a:cubicBezTo>
                      <a:lnTo>
                        <a:pt x="368" y="537"/>
                      </a:lnTo>
                      <a:cubicBezTo>
                        <a:pt x="408" y="555"/>
                        <a:pt x="456" y="564"/>
                        <a:pt x="504" y="564"/>
                      </a:cubicBezTo>
                      <a:cubicBezTo>
                        <a:pt x="551" y="564"/>
                        <a:pt x="598" y="555"/>
                        <a:pt x="634" y="537"/>
                      </a:cubicBezTo>
                      <a:lnTo>
                        <a:pt x="943" y="357"/>
                      </a:lnTo>
                      <a:cubicBezTo>
                        <a:pt x="1015" y="314"/>
                        <a:pt x="1015" y="242"/>
                        <a:pt x="943" y="199"/>
                      </a:cubicBezTo>
                      <a:lnTo>
                        <a:pt x="641" y="26"/>
                      </a:lnTo>
                      <a:cubicBezTo>
                        <a:pt x="605" y="9"/>
                        <a:pt x="559" y="0"/>
                        <a:pt x="51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599;p44">
                  <a:extLst>
                    <a:ext uri="{FF2B5EF4-FFF2-40B4-BE49-F238E27FC236}">
                      <a16:creationId xmlns:a16="http://schemas.microsoft.com/office/drawing/2014/main" id="{D9A1F3A4-7739-140C-9CF6-345727435B7B}"/>
                    </a:ext>
                  </a:extLst>
                </p:cNvPr>
                <p:cNvSpPr/>
                <p:nvPr/>
              </p:nvSpPr>
              <p:spPr>
                <a:xfrm>
                  <a:off x="-1119942" y="1383220"/>
                  <a:ext cx="89352" cy="5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6" extrusionOk="0">
                      <a:moveTo>
                        <a:pt x="539" y="1"/>
                      </a:moveTo>
                      <a:cubicBezTo>
                        <a:pt x="491" y="1"/>
                        <a:pt x="443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2"/>
                        <a:pt x="73" y="385"/>
                      </a:cubicBezTo>
                      <a:lnTo>
                        <a:pt x="411" y="578"/>
                      </a:lnTo>
                      <a:cubicBezTo>
                        <a:pt x="446" y="596"/>
                        <a:pt x="493" y="605"/>
                        <a:pt x="540" y="605"/>
                      </a:cubicBezTo>
                      <a:cubicBezTo>
                        <a:pt x="588" y="605"/>
                        <a:pt x="637" y="596"/>
                        <a:pt x="677" y="578"/>
                      </a:cubicBezTo>
                      <a:lnTo>
                        <a:pt x="1008" y="385"/>
                      </a:lnTo>
                      <a:cubicBezTo>
                        <a:pt x="1079" y="342"/>
                        <a:pt x="1079" y="269"/>
                        <a:pt x="1008" y="226"/>
                      </a:cubicBezTo>
                      <a:lnTo>
                        <a:pt x="670" y="33"/>
                      </a:lnTo>
                      <a:cubicBezTo>
                        <a:pt x="633" y="11"/>
                        <a:pt x="586" y="1"/>
                        <a:pt x="53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600;p44">
                  <a:extLst>
                    <a:ext uri="{FF2B5EF4-FFF2-40B4-BE49-F238E27FC236}">
                      <a16:creationId xmlns:a16="http://schemas.microsoft.com/office/drawing/2014/main" id="{7EDDB811-BDAB-87CB-4438-7AA606651C1F}"/>
                    </a:ext>
                  </a:extLst>
                </p:cNvPr>
                <p:cNvSpPr/>
                <p:nvPr/>
              </p:nvSpPr>
              <p:spPr>
                <a:xfrm>
                  <a:off x="-1209212" y="1398623"/>
                  <a:ext cx="80491" cy="4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" h="541" extrusionOk="0">
                      <a:moveTo>
                        <a:pt x="504" y="1"/>
                      </a:moveTo>
                      <a:cubicBezTo>
                        <a:pt x="457" y="1"/>
                        <a:pt x="411" y="12"/>
                        <a:pt x="374" y="33"/>
                      </a:cubicBezTo>
                      <a:lnTo>
                        <a:pt x="73" y="206"/>
                      </a:lnTo>
                      <a:cubicBezTo>
                        <a:pt x="0" y="242"/>
                        <a:pt x="0" y="313"/>
                        <a:pt x="79" y="356"/>
                      </a:cubicBezTo>
                      <a:lnTo>
                        <a:pt x="338" y="508"/>
                      </a:lnTo>
                      <a:cubicBezTo>
                        <a:pt x="374" y="529"/>
                        <a:pt x="421" y="540"/>
                        <a:pt x="468" y="540"/>
                      </a:cubicBezTo>
                      <a:cubicBezTo>
                        <a:pt x="516" y="540"/>
                        <a:pt x="564" y="529"/>
                        <a:pt x="604" y="508"/>
                      </a:cubicBezTo>
                      <a:lnTo>
                        <a:pt x="899" y="335"/>
                      </a:lnTo>
                      <a:cubicBezTo>
                        <a:pt x="971" y="292"/>
                        <a:pt x="971" y="220"/>
                        <a:pt x="899" y="183"/>
                      </a:cubicBezTo>
                      <a:lnTo>
                        <a:pt x="633" y="33"/>
                      </a:lnTo>
                      <a:cubicBezTo>
                        <a:pt x="597" y="12"/>
                        <a:pt x="550" y="1"/>
                        <a:pt x="50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601;p44">
                  <a:extLst>
                    <a:ext uri="{FF2B5EF4-FFF2-40B4-BE49-F238E27FC236}">
                      <a16:creationId xmlns:a16="http://schemas.microsoft.com/office/drawing/2014/main" id="{623CC186-BE5B-0C2E-9AB3-B2A91FA94463}"/>
                    </a:ext>
                  </a:extLst>
                </p:cNvPr>
                <p:cNvSpPr/>
                <p:nvPr/>
              </p:nvSpPr>
              <p:spPr>
                <a:xfrm>
                  <a:off x="-1299063" y="1411790"/>
                  <a:ext cx="85211" cy="47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5" extrusionOk="0">
                      <a:moveTo>
                        <a:pt x="514" y="1"/>
                      </a:moveTo>
                      <a:cubicBezTo>
                        <a:pt x="466" y="1"/>
                        <a:pt x="418" y="11"/>
                        <a:pt x="381" y="33"/>
                      </a:cubicBezTo>
                      <a:lnTo>
                        <a:pt x="72" y="212"/>
                      </a:lnTo>
                      <a:cubicBezTo>
                        <a:pt x="0" y="256"/>
                        <a:pt x="0" y="319"/>
                        <a:pt x="72" y="362"/>
                      </a:cubicBezTo>
                      <a:lnTo>
                        <a:pt x="388" y="542"/>
                      </a:lnTo>
                      <a:cubicBezTo>
                        <a:pt x="424" y="563"/>
                        <a:pt x="471" y="574"/>
                        <a:pt x="518" y="574"/>
                      </a:cubicBezTo>
                      <a:cubicBezTo>
                        <a:pt x="564" y="574"/>
                        <a:pt x="611" y="563"/>
                        <a:pt x="647" y="542"/>
                      </a:cubicBezTo>
                      <a:lnTo>
                        <a:pt x="956" y="362"/>
                      </a:lnTo>
                      <a:cubicBezTo>
                        <a:pt x="1028" y="319"/>
                        <a:pt x="1028" y="256"/>
                        <a:pt x="956" y="212"/>
                      </a:cubicBezTo>
                      <a:lnTo>
                        <a:pt x="647" y="33"/>
                      </a:lnTo>
                      <a:cubicBezTo>
                        <a:pt x="611" y="11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602;p44">
                  <a:extLst>
                    <a:ext uri="{FF2B5EF4-FFF2-40B4-BE49-F238E27FC236}">
                      <a16:creationId xmlns:a16="http://schemas.microsoft.com/office/drawing/2014/main" id="{E413F146-530C-C40A-BABF-1A69609878C4}"/>
                    </a:ext>
                  </a:extLst>
                </p:cNvPr>
                <p:cNvSpPr/>
                <p:nvPr/>
              </p:nvSpPr>
              <p:spPr>
                <a:xfrm>
                  <a:off x="-1155634" y="1428931"/>
                  <a:ext cx="8579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583" extrusionOk="0">
                      <a:moveTo>
                        <a:pt x="496" y="1"/>
                      </a:moveTo>
                      <a:cubicBezTo>
                        <a:pt x="449" y="1"/>
                        <a:pt x="403" y="11"/>
                        <a:pt x="367" y="33"/>
                      </a:cubicBezTo>
                      <a:lnTo>
                        <a:pt x="72" y="206"/>
                      </a:lnTo>
                      <a:cubicBezTo>
                        <a:pt x="0" y="249"/>
                        <a:pt x="0" y="321"/>
                        <a:pt x="72" y="357"/>
                      </a:cubicBezTo>
                      <a:lnTo>
                        <a:pt x="411" y="551"/>
                      </a:lnTo>
                      <a:cubicBezTo>
                        <a:pt x="446" y="572"/>
                        <a:pt x="493" y="583"/>
                        <a:pt x="539" y="583"/>
                      </a:cubicBezTo>
                      <a:cubicBezTo>
                        <a:pt x="586" y="583"/>
                        <a:pt x="633" y="572"/>
                        <a:pt x="669" y="551"/>
                      </a:cubicBezTo>
                      <a:lnTo>
                        <a:pt x="964" y="378"/>
                      </a:lnTo>
                      <a:cubicBezTo>
                        <a:pt x="1035" y="344"/>
                        <a:pt x="1035" y="271"/>
                        <a:pt x="964" y="228"/>
                      </a:cubicBezTo>
                      <a:lnTo>
                        <a:pt x="626" y="33"/>
                      </a:lnTo>
                      <a:cubicBezTo>
                        <a:pt x="590" y="11"/>
                        <a:pt x="543" y="1"/>
                        <a:pt x="49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603;p44">
                  <a:extLst>
                    <a:ext uri="{FF2B5EF4-FFF2-40B4-BE49-F238E27FC236}">
                      <a16:creationId xmlns:a16="http://schemas.microsoft.com/office/drawing/2014/main" id="{AF5DEFDA-8C16-B0FF-4991-E3D6E4390A6A}"/>
                    </a:ext>
                  </a:extLst>
                </p:cNvPr>
                <p:cNvSpPr/>
                <p:nvPr/>
              </p:nvSpPr>
              <p:spPr>
                <a:xfrm>
                  <a:off x="-1241923" y="1445080"/>
                  <a:ext cx="81071" cy="44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9" h="542" extrusionOk="0">
                      <a:moveTo>
                        <a:pt x="514" y="1"/>
                      </a:moveTo>
                      <a:cubicBezTo>
                        <a:pt x="466" y="1"/>
                        <a:pt x="418" y="11"/>
                        <a:pt x="381" y="33"/>
                      </a:cubicBezTo>
                      <a:lnTo>
                        <a:pt x="73" y="205"/>
                      </a:lnTo>
                      <a:cubicBezTo>
                        <a:pt x="0" y="249"/>
                        <a:pt x="0" y="321"/>
                        <a:pt x="73" y="364"/>
                      </a:cubicBezTo>
                      <a:lnTo>
                        <a:pt x="338" y="514"/>
                      </a:lnTo>
                      <a:cubicBezTo>
                        <a:pt x="374" y="532"/>
                        <a:pt x="421" y="541"/>
                        <a:pt x="468" y="541"/>
                      </a:cubicBezTo>
                      <a:cubicBezTo>
                        <a:pt x="514" y="541"/>
                        <a:pt x="561" y="532"/>
                        <a:pt x="597" y="514"/>
                      </a:cubicBezTo>
                      <a:lnTo>
                        <a:pt x="906" y="335"/>
                      </a:lnTo>
                      <a:cubicBezTo>
                        <a:pt x="978" y="292"/>
                        <a:pt x="978" y="219"/>
                        <a:pt x="906" y="176"/>
                      </a:cubicBezTo>
                      <a:lnTo>
                        <a:pt x="647" y="33"/>
                      </a:lnTo>
                      <a:cubicBezTo>
                        <a:pt x="611" y="11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604;p44">
                  <a:extLst>
                    <a:ext uri="{FF2B5EF4-FFF2-40B4-BE49-F238E27FC236}">
                      <a16:creationId xmlns:a16="http://schemas.microsoft.com/office/drawing/2014/main" id="{D5B4CAC2-902B-246B-10DE-FCA31935BA2C}"/>
                    </a:ext>
                  </a:extLst>
                </p:cNvPr>
                <p:cNvSpPr/>
                <p:nvPr/>
              </p:nvSpPr>
              <p:spPr>
                <a:xfrm>
                  <a:off x="-1096672" y="1463547"/>
                  <a:ext cx="83390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" h="562" extrusionOk="0">
                      <a:moveTo>
                        <a:pt x="503" y="0"/>
                      </a:moveTo>
                      <a:cubicBezTo>
                        <a:pt x="456" y="0"/>
                        <a:pt x="409" y="11"/>
                        <a:pt x="373" y="32"/>
                      </a:cubicBezTo>
                      <a:lnTo>
                        <a:pt x="71" y="205"/>
                      </a:lnTo>
                      <a:cubicBezTo>
                        <a:pt x="1" y="248"/>
                        <a:pt x="1" y="314"/>
                        <a:pt x="80" y="357"/>
                      </a:cubicBezTo>
                      <a:lnTo>
                        <a:pt x="373" y="529"/>
                      </a:lnTo>
                      <a:cubicBezTo>
                        <a:pt x="409" y="551"/>
                        <a:pt x="458" y="562"/>
                        <a:pt x="507" y="562"/>
                      </a:cubicBezTo>
                      <a:cubicBezTo>
                        <a:pt x="556" y="562"/>
                        <a:pt x="604" y="551"/>
                        <a:pt x="641" y="529"/>
                      </a:cubicBezTo>
                      <a:lnTo>
                        <a:pt x="934" y="357"/>
                      </a:lnTo>
                      <a:cubicBezTo>
                        <a:pt x="1006" y="314"/>
                        <a:pt x="1006" y="248"/>
                        <a:pt x="934" y="205"/>
                      </a:cubicBezTo>
                      <a:lnTo>
                        <a:pt x="632" y="32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605;p44">
                  <a:extLst>
                    <a:ext uri="{FF2B5EF4-FFF2-40B4-BE49-F238E27FC236}">
                      <a16:creationId xmlns:a16="http://schemas.microsoft.com/office/drawing/2014/main" id="{DEFFC7D1-1511-B011-8358-6A84D841F985}"/>
                    </a:ext>
                  </a:extLst>
                </p:cNvPr>
                <p:cNvSpPr/>
                <p:nvPr/>
              </p:nvSpPr>
              <p:spPr>
                <a:xfrm>
                  <a:off x="-1188924" y="1475389"/>
                  <a:ext cx="87447" cy="49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92" extrusionOk="0">
                      <a:moveTo>
                        <a:pt x="517" y="0"/>
                      </a:moveTo>
                      <a:cubicBezTo>
                        <a:pt x="469" y="0"/>
                        <a:pt x="421" y="11"/>
                        <a:pt x="381" y="33"/>
                      </a:cubicBezTo>
                      <a:lnTo>
                        <a:pt x="79" y="214"/>
                      </a:lnTo>
                      <a:cubicBezTo>
                        <a:pt x="0" y="257"/>
                        <a:pt x="7" y="321"/>
                        <a:pt x="79" y="364"/>
                      </a:cubicBezTo>
                      <a:lnTo>
                        <a:pt x="409" y="559"/>
                      </a:lnTo>
                      <a:cubicBezTo>
                        <a:pt x="449" y="580"/>
                        <a:pt x="497" y="591"/>
                        <a:pt x="545" y="591"/>
                      </a:cubicBezTo>
                      <a:cubicBezTo>
                        <a:pt x="593" y="591"/>
                        <a:pt x="640" y="580"/>
                        <a:pt x="676" y="559"/>
                      </a:cubicBezTo>
                      <a:lnTo>
                        <a:pt x="985" y="378"/>
                      </a:lnTo>
                      <a:cubicBezTo>
                        <a:pt x="1056" y="335"/>
                        <a:pt x="1056" y="271"/>
                        <a:pt x="985" y="228"/>
                      </a:cubicBezTo>
                      <a:lnTo>
                        <a:pt x="647" y="33"/>
                      </a:lnTo>
                      <a:cubicBezTo>
                        <a:pt x="611" y="11"/>
                        <a:pt x="564" y="0"/>
                        <a:pt x="51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606;p44">
                  <a:extLst>
                    <a:ext uri="{FF2B5EF4-FFF2-40B4-BE49-F238E27FC236}">
                      <a16:creationId xmlns:a16="http://schemas.microsoft.com/office/drawing/2014/main" id="{E5AD4FC8-2875-A62F-08F0-CE7414E16725}"/>
                    </a:ext>
                  </a:extLst>
                </p:cNvPr>
                <p:cNvSpPr/>
                <p:nvPr/>
              </p:nvSpPr>
              <p:spPr>
                <a:xfrm>
                  <a:off x="-1520003" y="1349764"/>
                  <a:ext cx="362128" cy="207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3" h="2505" extrusionOk="0">
                      <a:moveTo>
                        <a:pt x="512" y="1"/>
                      </a:moveTo>
                      <a:cubicBezTo>
                        <a:pt x="465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73" y="365"/>
                      </a:cubicBezTo>
                      <a:lnTo>
                        <a:pt x="3726" y="2478"/>
                      </a:lnTo>
                      <a:cubicBezTo>
                        <a:pt x="3761" y="2496"/>
                        <a:pt x="3809" y="2505"/>
                        <a:pt x="3858" y="2505"/>
                      </a:cubicBezTo>
                      <a:cubicBezTo>
                        <a:pt x="3906" y="2505"/>
                        <a:pt x="3955" y="2496"/>
                        <a:pt x="3991" y="2478"/>
                      </a:cubicBezTo>
                      <a:lnTo>
                        <a:pt x="4300" y="2298"/>
                      </a:lnTo>
                      <a:cubicBezTo>
                        <a:pt x="4372" y="2255"/>
                        <a:pt x="4372" y="2183"/>
                        <a:pt x="4293" y="2147"/>
                      </a:cubicBezTo>
                      <a:lnTo>
                        <a:pt x="641" y="33"/>
                      </a:lnTo>
                      <a:cubicBezTo>
                        <a:pt x="605" y="12"/>
                        <a:pt x="558" y="1"/>
                        <a:pt x="51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607;p44">
                  <a:extLst>
                    <a:ext uri="{FF2B5EF4-FFF2-40B4-BE49-F238E27FC236}">
                      <a16:creationId xmlns:a16="http://schemas.microsoft.com/office/drawing/2014/main" id="{6C3FE72D-1371-4E10-D0BF-8A80F779B283}"/>
                    </a:ext>
                  </a:extLst>
                </p:cNvPr>
                <p:cNvSpPr/>
                <p:nvPr/>
              </p:nvSpPr>
              <p:spPr>
                <a:xfrm>
                  <a:off x="-1185943" y="1542632"/>
                  <a:ext cx="83887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" h="570" extrusionOk="0">
                      <a:moveTo>
                        <a:pt x="510" y="1"/>
                      </a:moveTo>
                      <a:cubicBezTo>
                        <a:pt x="464" y="1"/>
                        <a:pt x="417" y="12"/>
                        <a:pt x="382" y="33"/>
                      </a:cubicBezTo>
                      <a:lnTo>
                        <a:pt x="71" y="213"/>
                      </a:lnTo>
                      <a:cubicBezTo>
                        <a:pt x="0" y="256"/>
                        <a:pt x="0" y="321"/>
                        <a:pt x="71" y="364"/>
                      </a:cubicBezTo>
                      <a:lnTo>
                        <a:pt x="366" y="537"/>
                      </a:lnTo>
                      <a:cubicBezTo>
                        <a:pt x="406" y="558"/>
                        <a:pt x="454" y="569"/>
                        <a:pt x="502" y="569"/>
                      </a:cubicBezTo>
                      <a:cubicBezTo>
                        <a:pt x="550" y="569"/>
                        <a:pt x="596" y="558"/>
                        <a:pt x="632" y="537"/>
                      </a:cubicBezTo>
                      <a:lnTo>
                        <a:pt x="942" y="358"/>
                      </a:lnTo>
                      <a:cubicBezTo>
                        <a:pt x="1013" y="314"/>
                        <a:pt x="1013" y="249"/>
                        <a:pt x="942" y="206"/>
                      </a:cubicBezTo>
                      <a:lnTo>
                        <a:pt x="640" y="33"/>
                      </a:lnTo>
                      <a:cubicBezTo>
                        <a:pt x="604" y="12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608;p44">
                  <a:extLst>
                    <a:ext uri="{FF2B5EF4-FFF2-40B4-BE49-F238E27FC236}">
                      <a16:creationId xmlns:a16="http://schemas.microsoft.com/office/drawing/2014/main" id="{23054276-BF76-980D-B0A0-50D5AC06CFE7}"/>
                    </a:ext>
                  </a:extLst>
                </p:cNvPr>
                <p:cNvSpPr/>
                <p:nvPr/>
              </p:nvSpPr>
              <p:spPr>
                <a:xfrm>
                  <a:off x="-1591966" y="1541224"/>
                  <a:ext cx="272693" cy="154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" h="1870" extrusionOk="0">
                      <a:moveTo>
                        <a:pt x="756" y="0"/>
                      </a:moveTo>
                      <a:lnTo>
                        <a:pt x="1" y="438"/>
                      </a:lnTo>
                      <a:lnTo>
                        <a:pt x="2438" y="1848"/>
                      </a:lnTo>
                      <a:cubicBezTo>
                        <a:pt x="2467" y="1862"/>
                        <a:pt x="2502" y="1870"/>
                        <a:pt x="2537" y="1870"/>
                      </a:cubicBezTo>
                      <a:cubicBezTo>
                        <a:pt x="2572" y="1870"/>
                        <a:pt x="2606" y="1862"/>
                        <a:pt x="2631" y="1848"/>
                      </a:cubicBezTo>
                      <a:lnTo>
                        <a:pt x="3292" y="1460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609;p44">
                  <a:extLst>
                    <a:ext uri="{FF2B5EF4-FFF2-40B4-BE49-F238E27FC236}">
                      <a16:creationId xmlns:a16="http://schemas.microsoft.com/office/drawing/2014/main" id="{B52CD06C-8D57-102A-BF6C-350965CCE1F3}"/>
                    </a:ext>
                  </a:extLst>
                </p:cNvPr>
                <p:cNvSpPr/>
                <p:nvPr/>
              </p:nvSpPr>
              <p:spPr>
                <a:xfrm>
                  <a:off x="-1769927" y="1436467"/>
                  <a:ext cx="240646" cy="141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6" h="1704" extrusionOk="0">
                      <a:moveTo>
                        <a:pt x="719" y="1"/>
                      </a:moveTo>
                      <a:lnTo>
                        <a:pt x="59" y="382"/>
                      </a:lnTo>
                      <a:cubicBezTo>
                        <a:pt x="0" y="416"/>
                        <a:pt x="0" y="468"/>
                        <a:pt x="59" y="496"/>
                      </a:cubicBezTo>
                      <a:lnTo>
                        <a:pt x="2150" y="1703"/>
                      </a:lnTo>
                      <a:lnTo>
                        <a:pt x="2905" y="1265"/>
                      </a:lnTo>
                      <a:lnTo>
                        <a:pt x="719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610;p44">
                  <a:extLst>
                    <a:ext uri="{FF2B5EF4-FFF2-40B4-BE49-F238E27FC236}">
                      <a16:creationId xmlns:a16="http://schemas.microsoft.com/office/drawing/2014/main" id="{2EF8CAA1-0E9B-0FF4-BE91-8456CB227FF1}"/>
                    </a:ext>
                  </a:extLst>
                </p:cNvPr>
                <p:cNvSpPr/>
                <p:nvPr/>
              </p:nvSpPr>
              <p:spPr>
                <a:xfrm>
                  <a:off x="-1710386" y="1363842"/>
                  <a:ext cx="517397" cy="298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" h="3602" extrusionOk="0">
                      <a:moveTo>
                        <a:pt x="1560" y="0"/>
                      </a:moveTo>
                      <a:cubicBezTo>
                        <a:pt x="1524" y="0"/>
                        <a:pt x="1488" y="7"/>
                        <a:pt x="1460" y="22"/>
                      </a:cubicBezTo>
                      <a:lnTo>
                        <a:pt x="0" y="878"/>
                      </a:lnTo>
                      <a:lnTo>
                        <a:pt x="2186" y="2142"/>
                      </a:lnTo>
                      <a:lnTo>
                        <a:pt x="4722" y="3602"/>
                      </a:lnTo>
                      <a:lnTo>
                        <a:pt x="6188" y="2753"/>
                      </a:lnTo>
                      <a:cubicBezTo>
                        <a:pt x="6247" y="2725"/>
                        <a:pt x="6240" y="2674"/>
                        <a:pt x="6188" y="2639"/>
                      </a:cubicBezTo>
                      <a:lnTo>
                        <a:pt x="1660" y="22"/>
                      </a:lnTo>
                      <a:cubicBezTo>
                        <a:pt x="1632" y="7"/>
                        <a:pt x="1596" y="0"/>
                        <a:pt x="156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611;p44">
                  <a:extLst>
                    <a:ext uri="{FF2B5EF4-FFF2-40B4-BE49-F238E27FC236}">
                      <a16:creationId xmlns:a16="http://schemas.microsoft.com/office/drawing/2014/main" id="{8B621CD0-AC55-A2FD-F352-352657293E6D}"/>
                    </a:ext>
                  </a:extLst>
                </p:cNvPr>
                <p:cNvSpPr/>
                <p:nvPr/>
              </p:nvSpPr>
              <p:spPr>
                <a:xfrm>
                  <a:off x="-1130128" y="1575342"/>
                  <a:ext cx="81651" cy="45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" h="549" extrusionOk="0">
                      <a:moveTo>
                        <a:pt x="516" y="1"/>
                      </a:moveTo>
                      <a:cubicBezTo>
                        <a:pt x="467" y="1"/>
                        <a:pt x="418" y="12"/>
                        <a:pt x="382" y="33"/>
                      </a:cubicBezTo>
                      <a:lnTo>
                        <a:pt x="73" y="206"/>
                      </a:lnTo>
                      <a:cubicBezTo>
                        <a:pt x="1" y="249"/>
                        <a:pt x="1" y="321"/>
                        <a:pt x="73" y="364"/>
                      </a:cubicBezTo>
                      <a:lnTo>
                        <a:pt x="346" y="516"/>
                      </a:lnTo>
                      <a:cubicBezTo>
                        <a:pt x="382" y="538"/>
                        <a:pt x="429" y="549"/>
                        <a:pt x="476" y="549"/>
                      </a:cubicBezTo>
                      <a:cubicBezTo>
                        <a:pt x="523" y="549"/>
                        <a:pt x="569" y="538"/>
                        <a:pt x="605" y="516"/>
                      </a:cubicBezTo>
                      <a:lnTo>
                        <a:pt x="915" y="335"/>
                      </a:lnTo>
                      <a:cubicBezTo>
                        <a:pt x="986" y="292"/>
                        <a:pt x="986" y="228"/>
                        <a:pt x="915" y="185"/>
                      </a:cubicBezTo>
                      <a:lnTo>
                        <a:pt x="648" y="33"/>
                      </a:lnTo>
                      <a:cubicBezTo>
                        <a:pt x="612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612;p44">
                  <a:extLst>
                    <a:ext uri="{FF2B5EF4-FFF2-40B4-BE49-F238E27FC236}">
                      <a16:creationId xmlns:a16="http://schemas.microsoft.com/office/drawing/2014/main" id="{9FF43C9E-CE2F-BDD6-B7DC-FA44D2A6C8C9}"/>
                    </a:ext>
                  </a:extLst>
                </p:cNvPr>
                <p:cNvSpPr/>
                <p:nvPr/>
              </p:nvSpPr>
              <p:spPr>
                <a:xfrm>
                  <a:off x="-1634282" y="1284260"/>
                  <a:ext cx="85294" cy="4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573" extrusionOk="0">
                      <a:moveTo>
                        <a:pt x="509" y="1"/>
                      </a:moveTo>
                      <a:cubicBezTo>
                        <a:pt x="463" y="1"/>
                        <a:pt x="417" y="10"/>
                        <a:pt x="382" y="27"/>
                      </a:cubicBezTo>
                      <a:lnTo>
                        <a:pt x="73" y="207"/>
                      </a:lnTo>
                      <a:cubicBezTo>
                        <a:pt x="1" y="250"/>
                        <a:pt x="1" y="322"/>
                        <a:pt x="73" y="365"/>
                      </a:cubicBezTo>
                      <a:lnTo>
                        <a:pt x="389" y="545"/>
                      </a:lnTo>
                      <a:cubicBezTo>
                        <a:pt x="425" y="563"/>
                        <a:pt x="472" y="572"/>
                        <a:pt x="519" y="572"/>
                      </a:cubicBezTo>
                      <a:cubicBezTo>
                        <a:pt x="566" y="572"/>
                        <a:pt x="612" y="563"/>
                        <a:pt x="648" y="545"/>
                      </a:cubicBezTo>
                      <a:lnTo>
                        <a:pt x="957" y="365"/>
                      </a:lnTo>
                      <a:cubicBezTo>
                        <a:pt x="1029" y="322"/>
                        <a:pt x="1029" y="250"/>
                        <a:pt x="957" y="214"/>
                      </a:cubicBezTo>
                      <a:lnTo>
                        <a:pt x="648" y="34"/>
                      </a:lnTo>
                      <a:cubicBezTo>
                        <a:pt x="611" y="12"/>
                        <a:pt x="560" y="1"/>
                        <a:pt x="50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613;p44">
                  <a:extLst>
                    <a:ext uri="{FF2B5EF4-FFF2-40B4-BE49-F238E27FC236}">
                      <a16:creationId xmlns:a16="http://schemas.microsoft.com/office/drawing/2014/main" id="{ACD854E6-3586-1FFA-0210-BAD4B2764DBC}"/>
                    </a:ext>
                  </a:extLst>
                </p:cNvPr>
                <p:cNvSpPr/>
                <p:nvPr/>
              </p:nvSpPr>
              <p:spPr>
                <a:xfrm>
                  <a:off x="-1690097" y="1251632"/>
                  <a:ext cx="83969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8" extrusionOk="0">
                      <a:moveTo>
                        <a:pt x="510" y="1"/>
                      </a:moveTo>
                      <a:cubicBezTo>
                        <a:pt x="463" y="1"/>
                        <a:pt x="416" y="12"/>
                        <a:pt x="380" y="33"/>
                      </a:cubicBezTo>
                      <a:lnTo>
                        <a:pt x="71" y="213"/>
                      </a:lnTo>
                      <a:cubicBezTo>
                        <a:pt x="0" y="256"/>
                        <a:pt x="0" y="320"/>
                        <a:pt x="71" y="363"/>
                      </a:cubicBezTo>
                      <a:lnTo>
                        <a:pt x="366" y="535"/>
                      </a:lnTo>
                      <a:cubicBezTo>
                        <a:pt x="406" y="557"/>
                        <a:pt x="455" y="568"/>
                        <a:pt x="502" y="568"/>
                      </a:cubicBezTo>
                      <a:cubicBezTo>
                        <a:pt x="550" y="568"/>
                        <a:pt x="596" y="557"/>
                        <a:pt x="632" y="535"/>
                      </a:cubicBezTo>
                      <a:lnTo>
                        <a:pt x="941" y="356"/>
                      </a:lnTo>
                      <a:cubicBezTo>
                        <a:pt x="1013" y="313"/>
                        <a:pt x="1013" y="249"/>
                        <a:pt x="941" y="206"/>
                      </a:cubicBezTo>
                      <a:lnTo>
                        <a:pt x="639" y="33"/>
                      </a:lnTo>
                      <a:cubicBezTo>
                        <a:pt x="603" y="12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614;p44">
                  <a:extLst>
                    <a:ext uri="{FF2B5EF4-FFF2-40B4-BE49-F238E27FC236}">
                      <a16:creationId xmlns:a16="http://schemas.microsoft.com/office/drawing/2014/main" id="{54634EA9-2E6E-A037-B2F4-2A7CF0251373}"/>
                    </a:ext>
                  </a:extLst>
                </p:cNvPr>
                <p:cNvSpPr/>
                <p:nvPr/>
              </p:nvSpPr>
              <p:spPr>
                <a:xfrm>
                  <a:off x="-1749638" y="1217514"/>
                  <a:ext cx="87447" cy="48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87" extrusionOk="0">
                      <a:moveTo>
                        <a:pt x="511" y="1"/>
                      </a:moveTo>
                      <a:cubicBezTo>
                        <a:pt x="463" y="1"/>
                        <a:pt x="417" y="10"/>
                        <a:pt x="381" y="28"/>
                      </a:cubicBezTo>
                      <a:lnTo>
                        <a:pt x="72" y="207"/>
                      </a:lnTo>
                      <a:cubicBezTo>
                        <a:pt x="0" y="250"/>
                        <a:pt x="0" y="323"/>
                        <a:pt x="72" y="366"/>
                      </a:cubicBezTo>
                      <a:lnTo>
                        <a:pt x="409" y="559"/>
                      </a:lnTo>
                      <a:cubicBezTo>
                        <a:pt x="445" y="577"/>
                        <a:pt x="494" y="586"/>
                        <a:pt x="543" y="586"/>
                      </a:cubicBezTo>
                      <a:cubicBezTo>
                        <a:pt x="591" y="586"/>
                        <a:pt x="640" y="577"/>
                        <a:pt x="676" y="559"/>
                      </a:cubicBezTo>
                      <a:lnTo>
                        <a:pt x="978" y="380"/>
                      </a:lnTo>
                      <a:cubicBezTo>
                        <a:pt x="1056" y="336"/>
                        <a:pt x="1049" y="266"/>
                        <a:pt x="978" y="223"/>
                      </a:cubicBezTo>
                      <a:lnTo>
                        <a:pt x="647" y="28"/>
                      </a:lnTo>
                      <a:cubicBezTo>
                        <a:pt x="607" y="10"/>
                        <a:pt x="559" y="1"/>
                        <a:pt x="51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615;p44">
                  <a:extLst>
                    <a:ext uri="{FF2B5EF4-FFF2-40B4-BE49-F238E27FC236}">
                      <a16:creationId xmlns:a16="http://schemas.microsoft.com/office/drawing/2014/main" id="{16D11E6C-02B6-80D5-B519-83F7ABD57F3F}"/>
                    </a:ext>
                  </a:extLst>
                </p:cNvPr>
                <p:cNvSpPr/>
                <p:nvPr/>
              </p:nvSpPr>
              <p:spPr>
                <a:xfrm>
                  <a:off x="-844346" y="1609378"/>
                  <a:ext cx="89352" cy="4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597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3"/>
                      </a:cubicBezTo>
                      <a:lnTo>
                        <a:pt x="73" y="198"/>
                      </a:lnTo>
                      <a:cubicBezTo>
                        <a:pt x="0" y="242"/>
                        <a:pt x="0" y="312"/>
                        <a:pt x="73" y="355"/>
                      </a:cubicBezTo>
                      <a:lnTo>
                        <a:pt x="447" y="564"/>
                      </a:lnTo>
                      <a:cubicBezTo>
                        <a:pt x="482" y="586"/>
                        <a:pt x="529" y="597"/>
                        <a:pt x="576" y="597"/>
                      </a:cubicBezTo>
                      <a:cubicBezTo>
                        <a:pt x="622" y="597"/>
                        <a:pt x="669" y="586"/>
                        <a:pt x="706" y="564"/>
                      </a:cubicBezTo>
                      <a:lnTo>
                        <a:pt x="1008" y="392"/>
                      </a:lnTo>
                      <a:cubicBezTo>
                        <a:pt x="1078" y="355"/>
                        <a:pt x="1078" y="285"/>
                        <a:pt x="1001" y="242"/>
                      </a:cubicBezTo>
                      <a:lnTo>
                        <a:pt x="633" y="33"/>
                      </a:lnTo>
                      <a:cubicBezTo>
                        <a:pt x="597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616;p44">
                  <a:extLst>
                    <a:ext uri="{FF2B5EF4-FFF2-40B4-BE49-F238E27FC236}">
                      <a16:creationId xmlns:a16="http://schemas.microsoft.com/office/drawing/2014/main" id="{6BF32C9B-683C-40FC-E3D6-202200BD72B0}"/>
                    </a:ext>
                  </a:extLst>
                </p:cNvPr>
                <p:cNvSpPr/>
                <p:nvPr/>
              </p:nvSpPr>
              <p:spPr>
                <a:xfrm>
                  <a:off x="-900824" y="1641508"/>
                  <a:ext cx="89932" cy="5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13" extrusionOk="0">
                      <a:moveTo>
                        <a:pt x="510" y="1"/>
                      </a:moveTo>
                      <a:cubicBezTo>
                        <a:pt x="463" y="1"/>
                        <a:pt x="416" y="11"/>
                        <a:pt x="380" y="33"/>
                      </a:cubicBezTo>
                      <a:lnTo>
                        <a:pt x="71" y="212"/>
                      </a:lnTo>
                      <a:cubicBezTo>
                        <a:pt x="1" y="256"/>
                        <a:pt x="1" y="321"/>
                        <a:pt x="71" y="364"/>
                      </a:cubicBezTo>
                      <a:lnTo>
                        <a:pt x="439" y="580"/>
                      </a:lnTo>
                      <a:cubicBezTo>
                        <a:pt x="474" y="601"/>
                        <a:pt x="522" y="612"/>
                        <a:pt x="571" y="612"/>
                      </a:cubicBezTo>
                      <a:cubicBezTo>
                        <a:pt x="620" y="612"/>
                        <a:pt x="668" y="601"/>
                        <a:pt x="704" y="580"/>
                      </a:cubicBezTo>
                      <a:lnTo>
                        <a:pt x="1013" y="399"/>
                      </a:lnTo>
                      <a:cubicBezTo>
                        <a:pt x="1086" y="356"/>
                        <a:pt x="1086" y="292"/>
                        <a:pt x="1013" y="249"/>
                      </a:cubicBezTo>
                      <a:lnTo>
                        <a:pt x="639" y="33"/>
                      </a:lnTo>
                      <a:cubicBezTo>
                        <a:pt x="604" y="11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617;p44">
                  <a:extLst>
                    <a:ext uri="{FF2B5EF4-FFF2-40B4-BE49-F238E27FC236}">
                      <a16:creationId xmlns:a16="http://schemas.microsoft.com/office/drawing/2014/main" id="{38748647-A6B0-0A35-1E07-3F8D4AC4FCE0}"/>
                    </a:ext>
                  </a:extLst>
                </p:cNvPr>
                <p:cNvSpPr/>
                <p:nvPr/>
              </p:nvSpPr>
              <p:spPr>
                <a:xfrm>
                  <a:off x="-1528781" y="1278960"/>
                  <a:ext cx="85211" cy="47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6" extrusionOk="0">
                      <a:moveTo>
                        <a:pt x="513" y="0"/>
                      </a:moveTo>
                      <a:cubicBezTo>
                        <a:pt x="465" y="0"/>
                        <a:pt x="417" y="11"/>
                        <a:pt x="381" y="33"/>
                      </a:cubicBezTo>
                      <a:lnTo>
                        <a:pt x="71" y="214"/>
                      </a:lnTo>
                      <a:cubicBezTo>
                        <a:pt x="0" y="257"/>
                        <a:pt x="0" y="328"/>
                        <a:pt x="71" y="364"/>
                      </a:cubicBezTo>
                      <a:lnTo>
                        <a:pt x="388" y="543"/>
                      </a:lnTo>
                      <a:cubicBezTo>
                        <a:pt x="424" y="565"/>
                        <a:pt x="470" y="576"/>
                        <a:pt x="517" y="576"/>
                      </a:cubicBezTo>
                      <a:cubicBezTo>
                        <a:pt x="564" y="576"/>
                        <a:pt x="611" y="565"/>
                        <a:pt x="647" y="543"/>
                      </a:cubicBezTo>
                      <a:lnTo>
                        <a:pt x="956" y="364"/>
                      </a:lnTo>
                      <a:cubicBezTo>
                        <a:pt x="1028" y="328"/>
                        <a:pt x="1028" y="257"/>
                        <a:pt x="956" y="214"/>
                      </a:cubicBezTo>
                      <a:lnTo>
                        <a:pt x="647" y="33"/>
                      </a:lnTo>
                      <a:cubicBezTo>
                        <a:pt x="611" y="11"/>
                        <a:pt x="562" y="0"/>
                        <a:pt x="51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618;p44">
                  <a:extLst>
                    <a:ext uri="{FF2B5EF4-FFF2-40B4-BE49-F238E27FC236}">
                      <a16:creationId xmlns:a16="http://schemas.microsoft.com/office/drawing/2014/main" id="{88B3EB28-C1EB-565F-6E71-23B5861CA1B1}"/>
                    </a:ext>
                  </a:extLst>
                </p:cNvPr>
                <p:cNvSpPr/>
                <p:nvPr/>
              </p:nvSpPr>
              <p:spPr>
                <a:xfrm>
                  <a:off x="-1474705" y="1058268"/>
                  <a:ext cx="65503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438" extrusionOk="0">
                      <a:moveTo>
                        <a:pt x="249" y="0"/>
                      </a:moveTo>
                      <a:cubicBezTo>
                        <a:pt x="200" y="0"/>
                        <a:pt x="152" y="11"/>
                        <a:pt x="116" y="32"/>
                      </a:cubicBezTo>
                      <a:lnTo>
                        <a:pt x="73" y="60"/>
                      </a:lnTo>
                      <a:cubicBezTo>
                        <a:pt x="1" y="103"/>
                        <a:pt x="1" y="176"/>
                        <a:pt x="73" y="212"/>
                      </a:cubicBezTo>
                      <a:lnTo>
                        <a:pt x="410" y="405"/>
                      </a:lnTo>
                      <a:cubicBezTo>
                        <a:pt x="446" y="427"/>
                        <a:pt x="493" y="437"/>
                        <a:pt x="540" y="437"/>
                      </a:cubicBezTo>
                      <a:cubicBezTo>
                        <a:pt x="587" y="437"/>
                        <a:pt x="633" y="427"/>
                        <a:pt x="668" y="405"/>
                      </a:cubicBezTo>
                      <a:lnTo>
                        <a:pt x="720" y="377"/>
                      </a:lnTo>
                      <a:cubicBezTo>
                        <a:pt x="791" y="341"/>
                        <a:pt x="791" y="269"/>
                        <a:pt x="720" y="226"/>
                      </a:cubicBezTo>
                      <a:lnTo>
                        <a:pt x="382" y="32"/>
                      </a:lnTo>
                      <a:cubicBezTo>
                        <a:pt x="346" y="11"/>
                        <a:pt x="297" y="0"/>
                        <a:pt x="24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619;p44">
                  <a:extLst>
                    <a:ext uri="{FF2B5EF4-FFF2-40B4-BE49-F238E27FC236}">
                      <a16:creationId xmlns:a16="http://schemas.microsoft.com/office/drawing/2014/main" id="{8569369B-0BB6-AB54-0967-2FA5AB6F6FBB}"/>
                    </a:ext>
                  </a:extLst>
                </p:cNvPr>
                <p:cNvSpPr/>
                <p:nvPr/>
              </p:nvSpPr>
              <p:spPr>
                <a:xfrm>
                  <a:off x="-1536565" y="1022907"/>
                  <a:ext cx="67987" cy="37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456" extrusionOk="0">
                      <a:moveTo>
                        <a:pt x="252" y="1"/>
                      </a:moveTo>
                      <a:cubicBezTo>
                        <a:pt x="205" y="1"/>
                        <a:pt x="158" y="10"/>
                        <a:pt x="122" y="28"/>
                      </a:cubicBezTo>
                      <a:lnTo>
                        <a:pt x="72" y="56"/>
                      </a:lnTo>
                      <a:cubicBezTo>
                        <a:pt x="1" y="99"/>
                        <a:pt x="1" y="171"/>
                        <a:pt x="72" y="214"/>
                      </a:cubicBezTo>
                      <a:lnTo>
                        <a:pt x="439" y="423"/>
                      </a:lnTo>
                      <a:cubicBezTo>
                        <a:pt x="474" y="445"/>
                        <a:pt x="521" y="455"/>
                        <a:pt x="568" y="455"/>
                      </a:cubicBezTo>
                      <a:cubicBezTo>
                        <a:pt x="615" y="455"/>
                        <a:pt x="662" y="445"/>
                        <a:pt x="698" y="423"/>
                      </a:cubicBezTo>
                      <a:lnTo>
                        <a:pt x="748" y="394"/>
                      </a:lnTo>
                      <a:cubicBezTo>
                        <a:pt x="820" y="351"/>
                        <a:pt x="820" y="287"/>
                        <a:pt x="748" y="244"/>
                      </a:cubicBezTo>
                      <a:lnTo>
                        <a:pt x="380" y="28"/>
                      </a:lnTo>
                      <a:cubicBezTo>
                        <a:pt x="345" y="10"/>
                        <a:pt x="298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620;p44">
                  <a:extLst>
                    <a:ext uri="{FF2B5EF4-FFF2-40B4-BE49-F238E27FC236}">
                      <a16:creationId xmlns:a16="http://schemas.microsoft.com/office/drawing/2014/main" id="{FC8B8E3C-4429-2390-562A-A975FA2258F1}"/>
                    </a:ext>
                  </a:extLst>
                </p:cNvPr>
                <p:cNvSpPr/>
                <p:nvPr/>
              </p:nvSpPr>
              <p:spPr>
                <a:xfrm>
                  <a:off x="-1593125" y="1043776"/>
                  <a:ext cx="88855" cy="49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" h="599" extrusionOk="0">
                      <a:moveTo>
                        <a:pt x="500" y="0"/>
                      </a:moveTo>
                      <a:cubicBezTo>
                        <a:pt x="451" y="0"/>
                        <a:pt x="403" y="9"/>
                        <a:pt x="366" y="26"/>
                      </a:cubicBezTo>
                      <a:lnTo>
                        <a:pt x="71" y="207"/>
                      </a:lnTo>
                      <a:cubicBezTo>
                        <a:pt x="1" y="242"/>
                        <a:pt x="1" y="314"/>
                        <a:pt x="71" y="357"/>
                      </a:cubicBezTo>
                      <a:lnTo>
                        <a:pt x="439" y="566"/>
                      </a:lnTo>
                      <a:cubicBezTo>
                        <a:pt x="475" y="588"/>
                        <a:pt x="522" y="599"/>
                        <a:pt x="568" y="599"/>
                      </a:cubicBezTo>
                      <a:cubicBezTo>
                        <a:pt x="615" y="599"/>
                        <a:pt x="661" y="588"/>
                        <a:pt x="698" y="566"/>
                      </a:cubicBezTo>
                      <a:lnTo>
                        <a:pt x="1000" y="394"/>
                      </a:lnTo>
                      <a:cubicBezTo>
                        <a:pt x="1072" y="351"/>
                        <a:pt x="1072" y="285"/>
                        <a:pt x="1000" y="242"/>
                      </a:cubicBezTo>
                      <a:lnTo>
                        <a:pt x="632" y="26"/>
                      </a:lnTo>
                      <a:cubicBezTo>
                        <a:pt x="597" y="9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1621;p44">
                  <a:extLst>
                    <a:ext uri="{FF2B5EF4-FFF2-40B4-BE49-F238E27FC236}">
                      <a16:creationId xmlns:a16="http://schemas.microsoft.com/office/drawing/2014/main" id="{0B0BBDED-7451-0AFB-23D6-88FEAD957481}"/>
                    </a:ext>
                  </a:extLst>
                </p:cNvPr>
                <p:cNvSpPr/>
                <p:nvPr/>
              </p:nvSpPr>
              <p:spPr>
                <a:xfrm>
                  <a:off x="-1531265" y="1078971"/>
                  <a:ext cx="86371" cy="4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5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2"/>
                      </a:cubicBezTo>
                      <a:lnTo>
                        <a:pt x="73" y="205"/>
                      </a:lnTo>
                      <a:cubicBezTo>
                        <a:pt x="1" y="248"/>
                        <a:pt x="1" y="321"/>
                        <a:pt x="73" y="364"/>
                      </a:cubicBezTo>
                      <a:lnTo>
                        <a:pt x="411" y="559"/>
                      </a:lnTo>
                      <a:cubicBezTo>
                        <a:pt x="447" y="576"/>
                        <a:pt x="493" y="585"/>
                        <a:pt x="540" y="585"/>
                      </a:cubicBezTo>
                      <a:cubicBezTo>
                        <a:pt x="587" y="585"/>
                        <a:pt x="634" y="576"/>
                        <a:pt x="670" y="559"/>
                      </a:cubicBezTo>
                      <a:lnTo>
                        <a:pt x="972" y="378"/>
                      </a:lnTo>
                      <a:cubicBezTo>
                        <a:pt x="1043" y="343"/>
                        <a:pt x="1043" y="271"/>
                        <a:pt x="972" y="227"/>
                      </a:cubicBezTo>
                      <a:lnTo>
                        <a:pt x="634" y="32"/>
                      </a:lnTo>
                      <a:cubicBezTo>
                        <a:pt x="598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1622;p44">
                  <a:extLst>
                    <a:ext uri="{FF2B5EF4-FFF2-40B4-BE49-F238E27FC236}">
                      <a16:creationId xmlns:a16="http://schemas.microsoft.com/office/drawing/2014/main" id="{C6A15393-49C4-2A18-3BC4-7331EDC70284}"/>
                    </a:ext>
                  </a:extLst>
                </p:cNvPr>
                <p:cNvSpPr/>
                <p:nvPr/>
              </p:nvSpPr>
              <p:spPr>
                <a:xfrm>
                  <a:off x="-1652087" y="1076072"/>
                  <a:ext cx="106659" cy="60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" h="727" extrusionOk="0">
                      <a:moveTo>
                        <a:pt x="536" y="1"/>
                      </a:moveTo>
                      <a:cubicBezTo>
                        <a:pt x="488" y="1"/>
                        <a:pt x="439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2"/>
                        <a:pt x="73" y="378"/>
                      </a:cubicBezTo>
                      <a:lnTo>
                        <a:pt x="620" y="694"/>
                      </a:lnTo>
                      <a:cubicBezTo>
                        <a:pt x="655" y="715"/>
                        <a:pt x="702" y="726"/>
                        <a:pt x="749" y="726"/>
                      </a:cubicBezTo>
                      <a:cubicBezTo>
                        <a:pt x="797" y="726"/>
                        <a:pt x="846" y="715"/>
                        <a:pt x="885" y="694"/>
                      </a:cubicBezTo>
                      <a:lnTo>
                        <a:pt x="1215" y="499"/>
                      </a:lnTo>
                      <a:cubicBezTo>
                        <a:pt x="1287" y="456"/>
                        <a:pt x="1287" y="392"/>
                        <a:pt x="1215" y="349"/>
                      </a:cubicBezTo>
                      <a:lnTo>
                        <a:pt x="670" y="33"/>
                      </a:lnTo>
                      <a:cubicBezTo>
                        <a:pt x="633" y="11"/>
                        <a:pt x="585" y="1"/>
                        <a:pt x="53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1623;p44">
                  <a:extLst>
                    <a:ext uri="{FF2B5EF4-FFF2-40B4-BE49-F238E27FC236}">
                      <a16:creationId xmlns:a16="http://schemas.microsoft.com/office/drawing/2014/main" id="{7F5D1125-FCC0-F64C-99A4-97F8272364CD}"/>
                    </a:ext>
                  </a:extLst>
                </p:cNvPr>
                <p:cNvSpPr/>
                <p:nvPr/>
              </p:nvSpPr>
              <p:spPr>
                <a:xfrm>
                  <a:off x="-1575238" y="1120542"/>
                  <a:ext cx="89352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7" extrusionOk="0">
                      <a:moveTo>
                        <a:pt x="536" y="0"/>
                      </a:moveTo>
                      <a:cubicBezTo>
                        <a:pt x="487" y="0"/>
                        <a:pt x="439" y="9"/>
                        <a:pt x="402" y="27"/>
                      </a:cubicBezTo>
                      <a:lnTo>
                        <a:pt x="71" y="229"/>
                      </a:lnTo>
                      <a:cubicBezTo>
                        <a:pt x="0" y="264"/>
                        <a:pt x="0" y="336"/>
                        <a:pt x="71" y="379"/>
                      </a:cubicBezTo>
                      <a:lnTo>
                        <a:pt x="409" y="574"/>
                      </a:lnTo>
                      <a:cubicBezTo>
                        <a:pt x="445" y="596"/>
                        <a:pt x="492" y="607"/>
                        <a:pt x="539" y="607"/>
                      </a:cubicBezTo>
                      <a:cubicBezTo>
                        <a:pt x="586" y="607"/>
                        <a:pt x="633" y="596"/>
                        <a:pt x="668" y="574"/>
                      </a:cubicBezTo>
                      <a:lnTo>
                        <a:pt x="1006" y="379"/>
                      </a:lnTo>
                      <a:cubicBezTo>
                        <a:pt x="1079" y="336"/>
                        <a:pt x="1079" y="264"/>
                        <a:pt x="1006" y="229"/>
                      </a:cubicBezTo>
                      <a:lnTo>
                        <a:pt x="668" y="27"/>
                      </a:lnTo>
                      <a:cubicBezTo>
                        <a:pt x="633" y="9"/>
                        <a:pt x="584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1624;p44">
                  <a:extLst>
                    <a:ext uri="{FF2B5EF4-FFF2-40B4-BE49-F238E27FC236}">
                      <a16:creationId xmlns:a16="http://schemas.microsoft.com/office/drawing/2014/main" id="{7DD2DD76-EB8E-A0E6-5BD0-4A26BDD594B9}"/>
                    </a:ext>
                  </a:extLst>
                </p:cNvPr>
                <p:cNvSpPr/>
                <p:nvPr/>
              </p:nvSpPr>
              <p:spPr>
                <a:xfrm>
                  <a:off x="-1707984" y="1110522"/>
                  <a:ext cx="123221" cy="69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" h="842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1"/>
                        <a:pt x="1" y="314"/>
                        <a:pt x="71" y="357"/>
                      </a:cubicBezTo>
                      <a:lnTo>
                        <a:pt x="863" y="809"/>
                      </a:lnTo>
                      <a:cubicBezTo>
                        <a:pt x="899" y="831"/>
                        <a:pt x="945" y="841"/>
                        <a:pt x="992" y="841"/>
                      </a:cubicBezTo>
                      <a:cubicBezTo>
                        <a:pt x="1039" y="841"/>
                        <a:pt x="1086" y="831"/>
                        <a:pt x="1122" y="809"/>
                      </a:cubicBezTo>
                      <a:lnTo>
                        <a:pt x="1415" y="637"/>
                      </a:lnTo>
                      <a:cubicBezTo>
                        <a:pt x="1488" y="593"/>
                        <a:pt x="1488" y="530"/>
                        <a:pt x="1415" y="486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1625;p44">
                  <a:extLst>
                    <a:ext uri="{FF2B5EF4-FFF2-40B4-BE49-F238E27FC236}">
                      <a16:creationId xmlns:a16="http://schemas.microsoft.com/office/drawing/2014/main" id="{CFD4F137-029D-6E4B-FB3E-E203E51737DA}"/>
                    </a:ext>
                  </a:extLst>
                </p:cNvPr>
                <p:cNvSpPr/>
                <p:nvPr/>
              </p:nvSpPr>
              <p:spPr>
                <a:xfrm>
                  <a:off x="-1821684" y="1176108"/>
                  <a:ext cx="100117" cy="55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" h="676" extrusionOk="0">
                      <a:moveTo>
                        <a:pt x="514" y="0"/>
                      </a:moveTo>
                      <a:cubicBezTo>
                        <a:pt x="465" y="0"/>
                        <a:pt x="417" y="11"/>
                        <a:pt x="382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19"/>
                        <a:pt x="71" y="362"/>
                      </a:cubicBezTo>
                      <a:lnTo>
                        <a:pt x="561" y="643"/>
                      </a:lnTo>
                      <a:cubicBezTo>
                        <a:pt x="597" y="665"/>
                        <a:pt x="645" y="676"/>
                        <a:pt x="693" y="676"/>
                      </a:cubicBezTo>
                      <a:cubicBezTo>
                        <a:pt x="742" y="676"/>
                        <a:pt x="791" y="665"/>
                        <a:pt x="827" y="643"/>
                      </a:cubicBezTo>
                      <a:lnTo>
                        <a:pt x="1136" y="464"/>
                      </a:lnTo>
                      <a:cubicBezTo>
                        <a:pt x="1208" y="421"/>
                        <a:pt x="1208" y="355"/>
                        <a:pt x="1136" y="312"/>
                      </a:cubicBezTo>
                      <a:lnTo>
                        <a:pt x="647" y="33"/>
                      </a:lnTo>
                      <a:cubicBezTo>
                        <a:pt x="611" y="11"/>
                        <a:pt x="563" y="0"/>
                        <a:pt x="51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1626;p44">
                  <a:extLst>
                    <a:ext uri="{FF2B5EF4-FFF2-40B4-BE49-F238E27FC236}">
                      <a16:creationId xmlns:a16="http://schemas.microsoft.com/office/drawing/2014/main" id="{6DE42F61-D42C-ECA7-81A6-FA94DE47A886}"/>
                    </a:ext>
                  </a:extLst>
                </p:cNvPr>
                <p:cNvSpPr/>
                <p:nvPr/>
              </p:nvSpPr>
              <p:spPr>
                <a:xfrm>
                  <a:off x="-1764544" y="1142653"/>
                  <a:ext cx="148230" cy="84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" h="1021" extrusionOk="0">
                      <a:moveTo>
                        <a:pt x="511" y="1"/>
                      </a:moveTo>
                      <a:cubicBezTo>
                        <a:pt x="464" y="1"/>
                        <a:pt x="417" y="11"/>
                        <a:pt x="382" y="33"/>
                      </a:cubicBezTo>
                      <a:lnTo>
                        <a:pt x="71" y="212"/>
                      </a:lnTo>
                      <a:cubicBezTo>
                        <a:pt x="1" y="255"/>
                        <a:pt x="1" y="321"/>
                        <a:pt x="71" y="364"/>
                      </a:cubicBezTo>
                      <a:lnTo>
                        <a:pt x="1143" y="989"/>
                      </a:lnTo>
                      <a:cubicBezTo>
                        <a:pt x="1182" y="1010"/>
                        <a:pt x="1231" y="1021"/>
                        <a:pt x="1279" y="1021"/>
                      </a:cubicBezTo>
                      <a:cubicBezTo>
                        <a:pt x="1326" y="1021"/>
                        <a:pt x="1373" y="1010"/>
                        <a:pt x="1408" y="989"/>
                      </a:cubicBezTo>
                      <a:lnTo>
                        <a:pt x="1719" y="809"/>
                      </a:lnTo>
                      <a:cubicBezTo>
                        <a:pt x="1790" y="766"/>
                        <a:pt x="1790" y="695"/>
                        <a:pt x="1719" y="659"/>
                      </a:cubicBezTo>
                      <a:lnTo>
                        <a:pt x="641" y="33"/>
                      </a:lnTo>
                      <a:cubicBezTo>
                        <a:pt x="604" y="11"/>
                        <a:pt x="557" y="1"/>
                        <a:pt x="51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1627;p44">
                  <a:extLst>
                    <a:ext uri="{FF2B5EF4-FFF2-40B4-BE49-F238E27FC236}">
                      <a16:creationId xmlns:a16="http://schemas.microsoft.com/office/drawing/2014/main" id="{4462F3C9-5F1A-8A91-FEEB-4EEA54DFFE6C}"/>
                    </a:ext>
                  </a:extLst>
                </p:cNvPr>
                <p:cNvSpPr/>
                <p:nvPr/>
              </p:nvSpPr>
              <p:spPr>
                <a:xfrm>
                  <a:off x="-1644385" y="1212380"/>
                  <a:ext cx="87613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" h="590" extrusionOk="0">
                      <a:moveTo>
                        <a:pt x="515" y="0"/>
                      </a:moveTo>
                      <a:cubicBezTo>
                        <a:pt x="467" y="0"/>
                        <a:pt x="418" y="11"/>
                        <a:pt x="382" y="33"/>
                      </a:cubicBezTo>
                      <a:lnTo>
                        <a:pt x="73" y="212"/>
                      </a:lnTo>
                      <a:cubicBezTo>
                        <a:pt x="0" y="255"/>
                        <a:pt x="0" y="319"/>
                        <a:pt x="73" y="362"/>
                      </a:cubicBezTo>
                      <a:lnTo>
                        <a:pt x="411" y="557"/>
                      </a:lnTo>
                      <a:cubicBezTo>
                        <a:pt x="447" y="579"/>
                        <a:pt x="496" y="590"/>
                        <a:pt x="544" y="590"/>
                      </a:cubicBezTo>
                      <a:cubicBezTo>
                        <a:pt x="592" y="590"/>
                        <a:pt x="640" y="579"/>
                        <a:pt x="677" y="557"/>
                      </a:cubicBezTo>
                      <a:lnTo>
                        <a:pt x="985" y="378"/>
                      </a:lnTo>
                      <a:cubicBezTo>
                        <a:pt x="1058" y="342"/>
                        <a:pt x="1058" y="269"/>
                        <a:pt x="985" y="226"/>
                      </a:cubicBezTo>
                      <a:lnTo>
                        <a:pt x="647" y="33"/>
                      </a:lnTo>
                      <a:cubicBezTo>
                        <a:pt x="612" y="11"/>
                        <a:pt x="564" y="0"/>
                        <a:pt x="51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1628;p44">
                  <a:extLst>
                    <a:ext uri="{FF2B5EF4-FFF2-40B4-BE49-F238E27FC236}">
                      <a16:creationId xmlns:a16="http://schemas.microsoft.com/office/drawing/2014/main" id="{13A14707-C11A-753E-6DDB-467AC2A212B8}"/>
                    </a:ext>
                  </a:extLst>
                </p:cNvPr>
                <p:cNvSpPr/>
                <p:nvPr/>
              </p:nvSpPr>
              <p:spPr>
                <a:xfrm>
                  <a:off x="-1584844" y="1246829"/>
                  <a:ext cx="84135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69" extrusionOk="0">
                      <a:moveTo>
                        <a:pt x="512" y="0"/>
                      </a:moveTo>
                      <a:cubicBezTo>
                        <a:pt x="465" y="0"/>
                        <a:pt x="418" y="11"/>
                        <a:pt x="382" y="32"/>
                      </a:cubicBezTo>
                      <a:lnTo>
                        <a:pt x="73" y="214"/>
                      </a:lnTo>
                      <a:cubicBezTo>
                        <a:pt x="1" y="257"/>
                        <a:pt x="1" y="321"/>
                        <a:pt x="73" y="364"/>
                      </a:cubicBezTo>
                      <a:lnTo>
                        <a:pt x="375" y="536"/>
                      </a:lnTo>
                      <a:cubicBezTo>
                        <a:pt x="411" y="558"/>
                        <a:pt x="457" y="569"/>
                        <a:pt x="504" y="569"/>
                      </a:cubicBezTo>
                      <a:cubicBezTo>
                        <a:pt x="551" y="569"/>
                        <a:pt x="598" y="558"/>
                        <a:pt x="634" y="536"/>
                      </a:cubicBezTo>
                      <a:lnTo>
                        <a:pt x="943" y="357"/>
                      </a:lnTo>
                      <a:cubicBezTo>
                        <a:pt x="1015" y="314"/>
                        <a:pt x="1015" y="248"/>
                        <a:pt x="943" y="205"/>
                      </a:cubicBezTo>
                      <a:lnTo>
                        <a:pt x="648" y="32"/>
                      </a:lnTo>
                      <a:cubicBezTo>
                        <a:pt x="608" y="11"/>
                        <a:pt x="560" y="0"/>
                        <a:pt x="51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1629;p44">
                  <a:extLst>
                    <a:ext uri="{FF2B5EF4-FFF2-40B4-BE49-F238E27FC236}">
                      <a16:creationId xmlns:a16="http://schemas.microsoft.com/office/drawing/2014/main" id="{C6EF93E4-3F96-82C6-1342-CC91CC6123EF}"/>
                    </a:ext>
                  </a:extLst>
                </p:cNvPr>
                <p:cNvSpPr/>
                <p:nvPr/>
              </p:nvSpPr>
              <p:spPr>
                <a:xfrm>
                  <a:off x="-888982" y="1516960"/>
                  <a:ext cx="130426" cy="73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" h="888" extrusionOk="0">
                      <a:moveTo>
                        <a:pt x="540" y="0"/>
                      </a:moveTo>
                      <a:cubicBezTo>
                        <a:pt x="493" y="0"/>
                        <a:pt x="446" y="9"/>
                        <a:pt x="410" y="28"/>
                      </a:cubicBezTo>
                      <a:lnTo>
                        <a:pt x="73" y="221"/>
                      </a:lnTo>
                      <a:cubicBezTo>
                        <a:pt x="1" y="264"/>
                        <a:pt x="1" y="336"/>
                        <a:pt x="73" y="379"/>
                      </a:cubicBezTo>
                      <a:lnTo>
                        <a:pt x="907" y="861"/>
                      </a:lnTo>
                      <a:cubicBezTo>
                        <a:pt x="943" y="879"/>
                        <a:pt x="991" y="888"/>
                        <a:pt x="1039" y="888"/>
                      </a:cubicBezTo>
                      <a:cubicBezTo>
                        <a:pt x="1088" y="888"/>
                        <a:pt x="1136" y="879"/>
                        <a:pt x="1172" y="861"/>
                      </a:cubicBezTo>
                      <a:lnTo>
                        <a:pt x="1503" y="668"/>
                      </a:lnTo>
                      <a:cubicBezTo>
                        <a:pt x="1574" y="624"/>
                        <a:pt x="1574" y="552"/>
                        <a:pt x="1503" y="509"/>
                      </a:cubicBezTo>
                      <a:lnTo>
                        <a:pt x="668" y="28"/>
                      </a:lnTo>
                      <a:cubicBezTo>
                        <a:pt x="633" y="9"/>
                        <a:pt x="587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1630;p44">
                  <a:extLst>
                    <a:ext uri="{FF2B5EF4-FFF2-40B4-BE49-F238E27FC236}">
                      <a16:creationId xmlns:a16="http://schemas.microsoft.com/office/drawing/2014/main" id="{22CD5C7D-9019-1E85-0F8A-72531D5E8753}"/>
                    </a:ext>
                  </a:extLst>
                </p:cNvPr>
                <p:cNvSpPr/>
                <p:nvPr/>
              </p:nvSpPr>
              <p:spPr>
                <a:xfrm>
                  <a:off x="-947281" y="1483256"/>
                  <a:ext cx="88690" cy="4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597" extrusionOk="0">
                      <a:moveTo>
                        <a:pt x="539" y="0"/>
                      </a:moveTo>
                      <a:cubicBezTo>
                        <a:pt x="493" y="0"/>
                        <a:pt x="446" y="11"/>
                        <a:pt x="410" y="33"/>
                      </a:cubicBezTo>
                      <a:lnTo>
                        <a:pt x="72" y="226"/>
                      </a:lnTo>
                      <a:cubicBezTo>
                        <a:pt x="1" y="269"/>
                        <a:pt x="1" y="334"/>
                        <a:pt x="72" y="378"/>
                      </a:cubicBezTo>
                      <a:lnTo>
                        <a:pt x="396" y="564"/>
                      </a:lnTo>
                      <a:cubicBezTo>
                        <a:pt x="431" y="585"/>
                        <a:pt x="480" y="596"/>
                        <a:pt x="528" y="596"/>
                      </a:cubicBezTo>
                      <a:cubicBezTo>
                        <a:pt x="577" y="596"/>
                        <a:pt x="625" y="585"/>
                        <a:pt x="662" y="564"/>
                      </a:cubicBezTo>
                      <a:lnTo>
                        <a:pt x="993" y="369"/>
                      </a:lnTo>
                      <a:cubicBezTo>
                        <a:pt x="1071" y="326"/>
                        <a:pt x="1064" y="262"/>
                        <a:pt x="993" y="219"/>
                      </a:cubicBezTo>
                      <a:lnTo>
                        <a:pt x="669" y="33"/>
                      </a:lnTo>
                      <a:cubicBezTo>
                        <a:pt x="632" y="11"/>
                        <a:pt x="586" y="0"/>
                        <a:pt x="53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1631;p44">
                  <a:extLst>
                    <a:ext uri="{FF2B5EF4-FFF2-40B4-BE49-F238E27FC236}">
                      <a16:creationId xmlns:a16="http://schemas.microsoft.com/office/drawing/2014/main" id="{DD1E3AB0-D3C1-9AF0-94C0-96A48216AFA4}"/>
                    </a:ext>
                  </a:extLst>
                </p:cNvPr>
                <p:cNvSpPr/>
                <p:nvPr/>
              </p:nvSpPr>
              <p:spPr>
                <a:xfrm>
                  <a:off x="-982972" y="1528968"/>
                  <a:ext cx="165537" cy="94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" h="1137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14"/>
                        <a:pt x="71" y="357"/>
                      </a:cubicBezTo>
                      <a:lnTo>
                        <a:pt x="1365" y="1104"/>
                      </a:lnTo>
                      <a:cubicBezTo>
                        <a:pt x="1405" y="1125"/>
                        <a:pt x="1454" y="1136"/>
                        <a:pt x="1501" y="1136"/>
                      </a:cubicBezTo>
                      <a:cubicBezTo>
                        <a:pt x="1549" y="1136"/>
                        <a:pt x="1596" y="1125"/>
                        <a:pt x="1631" y="1104"/>
                      </a:cubicBezTo>
                      <a:lnTo>
                        <a:pt x="1926" y="931"/>
                      </a:lnTo>
                      <a:cubicBezTo>
                        <a:pt x="1998" y="888"/>
                        <a:pt x="1998" y="824"/>
                        <a:pt x="1926" y="781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1632;p44">
                  <a:extLst>
                    <a:ext uri="{FF2B5EF4-FFF2-40B4-BE49-F238E27FC236}">
                      <a16:creationId xmlns:a16="http://schemas.microsoft.com/office/drawing/2014/main" id="{6BF60765-0079-58B5-C3B1-4CAD38A7179E}"/>
                    </a:ext>
                  </a:extLst>
                </p:cNvPr>
                <p:cNvSpPr/>
                <p:nvPr/>
              </p:nvSpPr>
              <p:spPr>
                <a:xfrm>
                  <a:off x="-1040112" y="1495677"/>
                  <a:ext cx="83969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9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21"/>
                        <a:pt x="71" y="357"/>
                      </a:cubicBezTo>
                      <a:lnTo>
                        <a:pt x="380" y="536"/>
                      </a:lnTo>
                      <a:cubicBezTo>
                        <a:pt x="416" y="558"/>
                        <a:pt x="465" y="569"/>
                        <a:pt x="514" y="569"/>
                      </a:cubicBezTo>
                      <a:cubicBezTo>
                        <a:pt x="563" y="569"/>
                        <a:pt x="611" y="558"/>
                        <a:pt x="648" y="536"/>
                      </a:cubicBezTo>
                      <a:lnTo>
                        <a:pt x="941" y="364"/>
                      </a:lnTo>
                      <a:cubicBezTo>
                        <a:pt x="1013" y="328"/>
                        <a:pt x="1013" y="255"/>
                        <a:pt x="941" y="212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1633;p44">
                  <a:extLst>
                    <a:ext uri="{FF2B5EF4-FFF2-40B4-BE49-F238E27FC236}">
                      <a16:creationId xmlns:a16="http://schemas.microsoft.com/office/drawing/2014/main" id="{6B184E42-AC08-C3E7-8FAE-247B950BB74C}"/>
                    </a:ext>
                  </a:extLst>
                </p:cNvPr>
                <p:cNvSpPr/>
                <p:nvPr/>
              </p:nvSpPr>
              <p:spPr>
                <a:xfrm>
                  <a:off x="-1496070" y="1233083"/>
                  <a:ext cx="84632" cy="46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4" extrusionOk="0">
                      <a:moveTo>
                        <a:pt x="503" y="0"/>
                      </a:moveTo>
                      <a:cubicBezTo>
                        <a:pt x="456" y="0"/>
                        <a:pt x="410" y="9"/>
                        <a:pt x="374" y="26"/>
                      </a:cubicBezTo>
                      <a:lnTo>
                        <a:pt x="79" y="198"/>
                      </a:lnTo>
                      <a:cubicBezTo>
                        <a:pt x="0" y="242"/>
                        <a:pt x="7" y="314"/>
                        <a:pt x="79" y="357"/>
                      </a:cubicBezTo>
                      <a:lnTo>
                        <a:pt x="388" y="537"/>
                      </a:lnTo>
                      <a:cubicBezTo>
                        <a:pt x="424" y="555"/>
                        <a:pt x="471" y="564"/>
                        <a:pt x="518" y="564"/>
                      </a:cubicBezTo>
                      <a:cubicBezTo>
                        <a:pt x="566" y="564"/>
                        <a:pt x="614" y="555"/>
                        <a:pt x="654" y="537"/>
                      </a:cubicBezTo>
                      <a:lnTo>
                        <a:pt x="949" y="364"/>
                      </a:lnTo>
                      <a:cubicBezTo>
                        <a:pt x="1021" y="321"/>
                        <a:pt x="1021" y="250"/>
                        <a:pt x="949" y="207"/>
                      </a:cubicBezTo>
                      <a:lnTo>
                        <a:pt x="633" y="26"/>
                      </a:lnTo>
                      <a:cubicBezTo>
                        <a:pt x="597" y="9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1634;p44">
                  <a:extLst>
                    <a:ext uri="{FF2B5EF4-FFF2-40B4-BE49-F238E27FC236}">
                      <a16:creationId xmlns:a16="http://schemas.microsoft.com/office/drawing/2014/main" id="{2481C2B0-EC5D-9DA2-2B3D-F599FC7A4C2E}"/>
                    </a:ext>
                  </a:extLst>
                </p:cNvPr>
                <p:cNvSpPr/>
                <p:nvPr/>
              </p:nvSpPr>
              <p:spPr>
                <a:xfrm>
                  <a:off x="-729405" y="1542052"/>
                  <a:ext cx="89352" cy="5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6" extrusionOk="0">
                      <a:moveTo>
                        <a:pt x="503" y="1"/>
                      </a:moveTo>
                      <a:cubicBezTo>
                        <a:pt x="457" y="1"/>
                        <a:pt x="410" y="12"/>
                        <a:pt x="373" y="33"/>
                      </a:cubicBezTo>
                      <a:lnTo>
                        <a:pt x="72" y="206"/>
                      </a:lnTo>
                      <a:cubicBezTo>
                        <a:pt x="1" y="249"/>
                        <a:pt x="1" y="321"/>
                        <a:pt x="72" y="365"/>
                      </a:cubicBezTo>
                      <a:lnTo>
                        <a:pt x="446" y="573"/>
                      </a:lnTo>
                      <a:cubicBezTo>
                        <a:pt x="482" y="595"/>
                        <a:pt x="529" y="606"/>
                        <a:pt x="575" y="606"/>
                      </a:cubicBezTo>
                      <a:cubicBezTo>
                        <a:pt x="622" y="606"/>
                        <a:pt x="668" y="595"/>
                        <a:pt x="705" y="573"/>
                      </a:cubicBezTo>
                      <a:lnTo>
                        <a:pt x="1007" y="401"/>
                      </a:lnTo>
                      <a:cubicBezTo>
                        <a:pt x="1079" y="358"/>
                        <a:pt x="1079" y="292"/>
                        <a:pt x="1007" y="249"/>
                      </a:cubicBezTo>
                      <a:lnTo>
                        <a:pt x="632" y="33"/>
                      </a:lnTo>
                      <a:cubicBezTo>
                        <a:pt x="597" y="12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1635;p44">
                  <a:extLst>
                    <a:ext uri="{FF2B5EF4-FFF2-40B4-BE49-F238E27FC236}">
                      <a16:creationId xmlns:a16="http://schemas.microsoft.com/office/drawing/2014/main" id="{D9435423-752A-08DA-F4B0-9A592D39693A}"/>
                    </a:ext>
                  </a:extLst>
                </p:cNvPr>
                <p:cNvSpPr/>
                <p:nvPr/>
              </p:nvSpPr>
              <p:spPr>
                <a:xfrm>
                  <a:off x="-788366" y="1574845"/>
                  <a:ext cx="92333" cy="51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626" extrusionOk="0">
                      <a:moveTo>
                        <a:pt x="540" y="0"/>
                      </a:moveTo>
                      <a:cubicBezTo>
                        <a:pt x="493" y="0"/>
                        <a:pt x="446" y="11"/>
                        <a:pt x="411" y="32"/>
                      </a:cubicBezTo>
                      <a:lnTo>
                        <a:pt x="73" y="227"/>
                      </a:lnTo>
                      <a:cubicBezTo>
                        <a:pt x="0" y="270"/>
                        <a:pt x="0" y="334"/>
                        <a:pt x="73" y="377"/>
                      </a:cubicBezTo>
                      <a:lnTo>
                        <a:pt x="438" y="593"/>
                      </a:lnTo>
                      <a:cubicBezTo>
                        <a:pt x="478" y="615"/>
                        <a:pt x="527" y="625"/>
                        <a:pt x="575" y="625"/>
                      </a:cubicBezTo>
                      <a:cubicBezTo>
                        <a:pt x="622" y="625"/>
                        <a:pt x="669" y="615"/>
                        <a:pt x="704" y="593"/>
                      </a:cubicBezTo>
                      <a:lnTo>
                        <a:pt x="1042" y="400"/>
                      </a:lnTo>
                      <a:cubicBezTo>
                        <a:pt x="1115" y="357"/>
                        <a:pt x="1115" y="284"/>
                        <a:pt x="1042" y="248"/>
                      </a:cubicBezTo>
                      <a:lnTo>
                        <a:pt x="670" y="32"/>
                      </a:lnTo>
                      <a:cubicBezTo>
                        <a:pt x="633" y="11"/>
                        <a:pt x="586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1636;p44">
                  <a:extLst>
                    <a:ext uri="{FF2B5EF4-FFF2-40B4-BE49-F238E27FC236}">
                      <a16:creationId xmlns:a16="http://schemas.microsoft.com/office/drawing/2014/main" id="{C5505245-5E79-6774-2784-8D0F5B39B8AA}"/>
                    </a:ext>
                  </a:extLst>
                </p:cNvPr>
                <p:cNvSpPr/>
                <p:nvPr/>
              </p:nvSpPr>
              <p:spPr>
                <a:xfrm>
                  <a:off x="-1128803" y="1311836"/>
                  <a:ext cx="79746" cy="44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" h="540" extrusionOk="0">
                      <a:moveTo>
                        <a:pt x="500" y="0"/>
                      </a:moveTo>
                      <a:cubicBezTo>
                        <a:pt x="451" y="0"/>
                        <a:pt x="402" y="11"/>
                        <a:pt x="366" y="32"/>
                      </a:cubicBezTo>
                      <a:lnTo>
                        <a:pt x="71" y="205"/>
                      </a:lnTo>
                      <a:cubicBezTo>
                        <a:pt x="0" y="239"/>
                        <a:pt x="0" y="312"/>
                        <a:pt x="71" y="355"/>
                      </a:cubicBezTo>
                      <a:lnTo>
                        <a:pt x="330" y="507"/>
                      </a:lnTo>
                      <a:cubicBezTo>
                        <a:pt x="366" y="528"/>
                        <a:pt x="415" y="539"/>
                        <a:pt x="464" y="539"/>
                      </a:cubicBezTo>
                      <a:cubicBezTo>
                        <a:pt x="512" y="539"/>
                        <a:pt x="561" y="528"/>
                        <a:pt x="597" y="507"/>
                      </a:cubicBezTo>
                      <a:lnTo>
                        <a:pt x="891" y="334"/>
                      </a:lnTo>
                      <a:cubicBezTo>
                        <a:pt x="963" y="291"/>
                        <a:pt x="963" y="219"/>
                        <a:pt x="891" y="176"/>
                      </a:cubicBezTo>
                      <a:lnTo>
                        <a:pt x="632" y="32"/>
                      </a:lnTo>
                      <a:cubicBezTo>
                        <a:pt x="596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1637;p44">
                  <a:extLst>
                    <a:ext uri="{FF2B5EF4-FFF2-40B4-BE49-F238E27FC236}">
                      <a16:creationId xmlns:a16="http://schemas.microsoft.com/office/drawing/2014/main" id="{E8EF1C44-A8B4-93A1-261E-EF64FA3587E0}"/>
                    </a:ext>
                  </a:extLst>
                </p:cNvPr>
                <p:cNvSpPr/>
                <p:nvPr/>
              </p:nvSpPr>
              <p:spPr>
                <a:xfrm>
                  <a:off x="-672927" y="1521266"/>
                  <a:ext cx="68649" cy="3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9" h="460" extrusionOk="0">
                      <a:moveTo>
                        <a:pt x="254" y="0"/>
                      </a:moveTo>
                      <a:cubicBezTo>
                        <a:pt x="206" y="0"/>
                        <a:pt x="159" y="11"/>
                        <a:pt x="123" y="32"/>
                      </a:cubicBezTo>
                      <a:lnTo>
                        <a:pt x="73" y="62"/>
                      </a:lnTo>
                      <a:cubicBezTo>
                        <a:pt x="0" y="105"/>
                        <a:pt x="0" y="177"/>
                        <a:pt x="73" y="212"/>
                      </a:cubicBezTo>
                      <a:lnTo>
                        <a:pt x="447" y="427"/>
                      </a:lnTo>
                      <a:cubicBezTo>
                        <a:pt x="482" y="449"/>
                        <a:pt x="529" y="460"/>
                        <a:pt x="576" y="460"/>
                      </a:cubicBezTo>
                      <a:cubicBezTo>
                        <a:pt x="623" y="460"/>
                        <a:pt x="670" y="449"/>
                        <a:pt x="706" y="427"/>
                      </a:cubicBezTo>
                      <a:lnTo>
                        <a:pt x="756" y="400"/>
                      </a:lnTo>
                      <a:cubicBezTo>
                        <a:pt x="828" y="357"/>
                        <a:pt x="828" y="291"/>
                        <a:pt x="756" y="248"/>
                      </a:cubicBezTo>
                      <a:lnTo>
                        <a:pt x="388" y="32"/>
                      </a:lnTo>
                      <a:cubicBezTo>
                        <a:pt x="350" y="11"/>
                        <a:pt x="301" y="0"/>
                        <a:pt x="25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1638;p44">
                  <a:extLst>
                    <a:ext uri="{FF2B5EF4-FFF2-40B4-BE49-F238E27FC236}">
                      <a16:creationId xmlns:a16="http://schemas.microsoft.com/office/drawing/2014/main" id="{52A297C7-D488-B14C-D959-8DD33D1BFDBA}"/>
                    </a:ext>
                  </a:extLst>
                </p:cNvPr>
                <p:cNvSpPr/>
                <p:nvPr/>
              </p:nvSpPr>
              <p:spPr>
                <a:xfrm>
                  <a:off x="-788366" y="1454686"/>
                  <a:ext cx="65503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438" extrusionOk="0">
                      <a:moveTo>
                        <a:pt x="252" y="0"/>
                      </a:moveTo>
                      <a:cubicBezTo>
                        <a:pt x="206" y="0"/>
                        <a:pt x="159" y="11"/>
                        <a:pt x="123" y="33"/>
                      </a:cubicBezTo>
                      <a:lnTo>
                        <a:pt x="73" y="60"/>
                      </a:lnTo>
                      <a:cubicBezTo>
                        <a:pt x="0" y="103"/>
                        <a:pt x="0" y="169"/>
                        <a:pt x="73" y="212"/>
                      </a:cubicBezTo>
                      <a:lnTo>
                        <a:pt x="411" y="405"/>
                      </a:lnTo>
                      <a:cubicBezTo>
                        <a:pt x="446" y="427"/>
                        <a:pt x="493" y="438"/>
                        <a:pt x="540" y="438"/>
                      </a:cubicBezTo>
                      <a:cubicBezTo>
                        <a:pt x="588" y="438"/>
                        <a:pt x="637" y="427"/>
                        <a:pt x="677" y="405"/>
                      </a:cubicBezTo>
                      <a:lnTo>
                        <a:pt x="720" y="378"/>
                      </a:lnTo>
                      <a:cubicBezTo>
                        <a:pt x="790" y="341"/>
                        <a:pt x="790" y="269"/>
                        <a:pt x="720" y="226"/>
                      </a:cubicBezTo>
                      <a:lnTo>
                        <a:pt x="382" y="33"/>
                      </a:lnTo>
                      <a:cubicBezTo>
                        <a:pt x="345" y="11"/>
                        <a:pt x="299" y="0"/>
                        <a:pt x="25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1639;p44">
                  <a:extLst>
                    <a:ext uri="{FF2B5EF4-FFF2-40B4-BE49-F238E27FC236}">
                      <a16:creationId xmlns:a16="http://schemas.microsoft.com/office/drawing/2014/main" id="{75CA9D3C-51FC-0CA5-1419-15F10DFE1610}"/>
                    </a:ext>
                  </a:extLst>
                </p:cNvPr>
                <p:cNvSpPr/>
                <p:nvPr/>
              </p:nvSpPr>
              <p:spPr>
                <a:xfrm>
                  <a:off x="-728825" y="1489053"/>
                  <a:ext cx="62522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418" extrusionOk="0">
                      <a:moveTo>
                        <a:pt x="252" y="1"/>
                      </a:moveTo>
                      <a:cubicBezTo>
                        <a:pt x="205" y="1"/>
                        <a:pt x="159" y="12"/>
                        <a:pt x="123" y="33"/>
                      </a:cubicBezTo>
                      <a:lnTo>
                        <a:pt x="71" y="63"/>
                      </a:lnTo>
                      <a:cubicBezTo>
                        <a:pt x="1" y="106"/>
                        <a:pt x="1" y="170"/>
                        <a:pt x="71" y="213"/>
                      </a:cubicBezTo>
                      <a:lnTo>
                        <a:pt x="366" y="385"/>
                      </a:lnTo>
                      <a:cubicBezTo>
                        <a:pt x="403" y="407"/>
                        <a:pt x="451" y="418"/>
                        <a:pt x="500" y="418"/>
                      </a:cubicBezTo>
                      <a:cubicBezTo>
                        <a:pt x="548" y="418"/>
                        <a:pt x="597" y="407"/>
                        <a:pt x="632" y="385"/>
                      </a:cubicBezTo>
                      <a:lnTo>
                        <a:pt x="684" y="358"/>
                      </a:lnTo>
                      <a:cubicBezTo>
                        <a:pt x="755" y="314"/>
                        <a:pt x="755" y="242"/>
                        <a:pt x="684" y="206"/>
                      </a:cubicBezTo>
                      <a:lnTo>
                        <a:pt x="382" y="33"/>
                      </a:lnTo>
                      <a:cubicBezTo>
                        <a:pt x="346" y="12"/>
                        <a:pt x="299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1640;p44">
                  <a:extLst>
                    <a:ext uri="{FF2B5EF4-FFF2-40B4-BE49-F238E27FC236}">
                      <a16:creationId xmlns:a16="http://schemas.microsoft.com/office/drawing/2014/main" id="{3D67EB74-A19C-08FD-287D-0B2F9E52B0A3}"/>
                    </a:ext>
                  </a:extLst>
                </p:cNvPr>
                <p:cNvSpPr/>
                <p:nvPr/>
              </p:nvSpPr>
              <p:spPr>
                <a:xfrm>
                  <a:off x="-844926" y="1475389"/>
                  <a:ext cx="142930" cy="81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980" extrusionOk="0">
                      <a:moveTo>
                        <a:pt x="504" y="0"/>
                      </a:moveTo>
                      <a:cubicBezTo>
                        <a:pt x="457" y="0"/>
                        <a:pt x="411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21"/>
                        <a:pt x="73" y="357"/>
                      </a:cubicBezTo>
                      <a:lnTo>
                        <a:pt x="1085" y="947"/>
                      </a:lnTo>
                      <a:cubicBezTo>
                        <a:pt x="1121" y="969"/>
                        <a:pt x="1170" y="979"/>
                        <a:pt x="1219" y="979"/>
                      </a:cubicBezTo>
                      <a:cubicBezTo>
                        <a:pt x="1268" y="979"/>
                        <a:pt x="1316" y="969"/>
                        <a:pt x="1353" y="947"/>
                      </a:cubicBezTo>
                      <a:lnTo>
                        <a:pt x="1646" y="774"/>
                      </a:lnTo>
                      <a:cubicBezTo>
                        <a:pt x="1725" y="731"/>
                        <a:pt x="1718" y="666"/>
                        <a:pt x="1646" y="623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1641;p44">
                  <a:extLst>
                    <a:ext uri="{FF2B5EF4-FFF2-40B4-BE49-F238E27FC236}">
                      <a16:creationId xmlns:a16="http://schemas.microsoft.com/office/drawing/2014/main" id="{503F6C02-2B7C-5055-1A50-FF94C62F5EE6}"/>
                    </a:ext>
                  </a:extLst>
                </p:cNvPr>
                <p:cNvSpPr/>
                <p:nvPr/>
              </p:nvSpPr>
              <p:spPr>
                <a:xfrm>
                  <a:off x="-846665" y="1421230"/>
                  <a:ext cx="64923" cy="3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" h="433" extrusionOk="0">
                      <a:moveTo>
                        <a:pt x="253" y="1"/>
                      </a:moveTo>
                      <a:cubicBezTo>
                        <a:pt x="205" y="1"/>
                        <a:pt x="158" y="11"/>
                        <a:pt x="123" y="33"/>
                      </a:cubicBezTo>
                      <a:lnTo>
                        <a:pt x="71" y="62"/>
                      </a:lnTo>
                      <a:cubicBezTo>
                        <a:pt x="0" y="98"/>
                        <a:pt x="0" y="169"/>
                        <a:pt x="71" y="212"/>
                      </a:cubicBezTo>
                      <a:lnTo>
                        <a:pt x="396" y="400"/>
                      </a:lnTo>
                      <a:cubicBezTo>
                        <a:pt x="432" y="422"/>
                        <a:pt x="480" y="433"/>
                        <a:pt x="528" y="433"/>
                      </a:cubicBezTo>
                      <a:cubicBezTo>
                        <a:pt x="577" y="433"/>
                        <a:pt x="625" y="422"/>
                        <a:pt x="661" y="400"/>
                      </a:cubicBezTo>
                      <a:lnTo>
                        <a:pt x="711" y="371"/>
                      </a:lnTo>
                      <a:cubicBezTo>
                        <a:pt x="784" y="328"/>
                        <a:pt x="784" y="255"/>
                        <a:pt x="704" y="221"/>
                      </a:cubicBezTo>
                      <a:lnTo>
                        <a:pt x="389" y="33"/>
                      </a:lnTo>
                      <a:cubicBezTo>
                        <a:pt x="349" y="11"/>
                        <a:pt x="300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1642;p44">
                  <a:extLst>
                    <a:ext uri="{FF2B5EF4-FFF2-40B4-BE49-F238E27FC236}">
                      <a16:creationId xmlns:a16="http://schemas.microsoft.com/office/drawing/2014/main" id="{36DC0F4F-597E-FD5B-4609-792367ABD3F3}"/>
                    </a:ext>
                  </a:extLst>
                </p:cNvPr>
                <p:cNvSpPr/>
                <p:nvPr/>
              </p:nvSpPr>
              <p:spPr>
                <a:xfrm>
                  <a:off x="-903805" y="1387940"/>
                  <a:ext cx="63764" cy="35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" h="425" extrusionOk="0">
                      <a:moveTo>
                        <a:pt x="252" y="1"/>
                      </a:moveTo>
                      <a:cubicBezTo>
                        <a:pt x="205" y="1"/>
                        <a:pt x="158" y="11"/>
                        <a:pt x="123" y="33"/>
                      </a:cubicBezTo>
                      <a:lnTo>
                        <a:pt x="71" y="62"/>
                      </a:lnTo>
                      <a:cubicBezTo>
                        <a:pt x="0" y="105"/>
                        <a:pt x="0" y="169"/>
                        <a:pt x="71" y="212"/>
                      </a:cubicBezTo>
                      <a:lnTo>
                        <a:pt x="382" y="392"/>
                      </a:lnTo>
                      <a:cubicBezTo>
                        <a:pt x="417" y="413"/>
                        <a:pt x="465" y="424"/>
                        <a:pt x="514" y="424"/>
                      </a:cubicBezTo>
                      <a:cubicBezTo>
                        <a:pt x="562" y="424"/>
                        <a:pt x="611" y="413"/>
                        <a:pt x="647" y="392"/>
                      </a:cubicBezTo>
                      <a:lnTo>
                        <a:pt x="697" y="364"/>
                      </a:lnTo>
                      <a:cubicBezTo>
                        <a:pt x="770" y="321"/>
                        <a:pt x="770" y="255"/>
                        <a:pt x="697" y="212"/>
                      </a:cubicBezTo>
                      <a:lnTo>
                        <a:pt x="382" y="33"/>
                      </a:lnTo>
                      <a:cubicBezTo>
                        <a:pt x="345" y="11"/>
                        <a:pt x="298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1643;p44">
                  <a:extLst>
                    <a:ext uri="{FF2B5EF4-FFF2-40B4-BE49-F238E27FC236}">
                      <a16:creationId xmlns:a16="http://schemas.microsoft.com/office/drawing/2014/main" id="{AFCFAF31-2EAB-5F53-5E5F-F13D338305D4}"/>
                    </a:ext>
                  </a:extLst>
                </p:cNvPr>
                <p:cNvSpPr/>
                <p:nvPr/>
              </p:nvSpPr>
              <p:spPr>
                <a:xfrm>
                  <a:off x="-959785" y="1355809"/>
                  <a:ext cx="62604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418" extrusionOk="0">
                      <a:moveTo>
                        <a:pt x="248" y="0"/>
                      </a:moveTo>
                      <a:cubicBezTo>
                        <a:pt x="199" y="0"/>
                        <a:pt x="151" y="11"/>
                        <a:pt x="116" y="33"/>
                      </a:cubicBezTo>
                      <a:lnTo>
                        <a:pt x="73" y="62"/>
                      </a:lnTo>
                      <a:cubicBezTo>
                        <a:pt x="0" y="97"/>
                        <a:pt x="0" y="169"/>
                        <a:pt x="73" y="212"/>
                      </a:cubicBezTo>
                      <a:lnTo>
                        <a:pt x="368" y="385"/>
                      </a:lnTo>
                      <a:cubicBezTo>
                        <a:pt x="403" y="406"/>
                        <a:pt x="451" y="417"/>
                        <a:pt x="500" y="417"/>
                      </a:cubicBezTo>
                      <a:cubicBezTo>
                        <a:pt x="548" y="417"/>
                        <a:pt x="597" y="406"/>
                        <a:pt x="633" y="385"/>
                      </a:cubicBezTo>
                      <a:lnTo>
                        <a:pt x="683" y="355"/>
                      </a:lnTo>
                      <a:cubicBezTo>
                        <a:pt x="756" y="312"/>
                        <a:pt x="756" y="241"/>
                        <a:pt x="676" y="205"/>
                      </a:cubicBezTo>
                      <a:lnTo>
                        <a:pt x="381" y="33"/>
                      </a:lnTo>
                      <a:cubicBezTo>
                        <a:pt x="345" y="11"/>
                        <a:pt x="296" y="0"/>
                        <a:pt x="248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1644;p44">
                  <a:extLst>
                    <a:ext uri="{FF2B5EF4-FFF2-40B4-BE49-F238E27FC236}">
                      <a16:creationId xmlns:a16="http://schemas.microsoft.com/office/drawing/2014/main" id="{C5B2AD84-E1EB-3014-91EA-806DC1F116BF}"/>
                    </a:ext>
                  </a:extLst>
                </p:cNvPr>
                <p:cNvSpPr/>
                <p:nvPr/>
              </p:nvSpPr>
              <p:spPr>
                <a:xfrm>
                  <a:off x="-1016345" y="1376678"/>
                  <a:ext cx="82727" cy="4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561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7" y="33"/>
                      </a:cubicBezTo>
                      <a:lnTo>
                        <a:pt x="72" y="205"/>
                      </a:lnTo>
                      <a:cubicBezTo>
                        <a:pt x="0" y="248"/>
                        <a:pt x="0" y="312"/>
                        <a:pt x="72" y="355"/>
                      </a:cubicBezTo>
                      <a:lnTo>
                        <a:pt x="367" y="528"/>
                      </a:lnTo>
                      <a:cubicBezTo>
                        <a:pt x="403" y="549"/>
                        <a:pt x="451" y="560"/>
                        <a:pt x="500" y="560"/>
                      </a:cubicBezTo>
                      <a:cubicBezTo>
                        <a:pt x="548" y="560"/>
                        <a:pt x="597" y="549"/>
                        <a:pt x="633" y="528"/>
                      </a:cubicBezTo>
                      <a:lnTo>
                        <a:pt x="928" y="355"/>
                      </a:lnTo>
                      <a:cubicBezTo>
                        <a:pt x="999" y="312"/>
                        <a:pt x="999" y="241"/>
                        <a:pt x="928" y="205"/>
                      </a:cubicBezTo>
                      <a:lnTo>
                        <a:pt x="633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1645;p44">
                  <a:extLst>
                    <a:ext uri="{FF2B5EF4-FFF2-40B4-BE49-F238E27FC236}">
                      <a16:creationId xmlns:a16="http://schemas.microsoft.com/office/drawing/2014/main" id="{35DD2C1B-6AAF-7500-337C-144467875DDD}"/>
                    </a:ext>
                  </a:extLst>
                </p:cNvPr>
                <p:cNvSpPr/>
                <p:nvPr/>
              </p:nvSpPr>
              <p:spPr>
                <a:xfrm>
                  <a:off x="-960365" y="1408808"/>
                  <a:ext cx="84632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8" extrusionOk="0">
                      <a:moveTo>
                        <a:pt x="502" y="0"/>
                      </a:moveTo>
                      <a:cubicBezTo>
                        <a:pt x="454" y="0"/>
                        <a:pt x="406" y="11"/>
                        <a:pt x="366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9"/>
                        <a:pt x="73" y="355"/>
                      </a:cubicBezTo>
                      <a:lnTo>
                        <a:pt x="382" y="535"/>
                      </a:lnTo>
                      <a:cubicBezTo>
                        <a:pt x="421" y="556"/>
                        <a:pt x="470" y="567"/>
                        <a:pt x="517" y="567"/>
                      </a:cubicBezTo>
                      <a:cubicBezTo>
                        <a:pt x="564" y="567"/>
                        <a:pt x="611" y="556"/>
                        <a:pt x="647" y="535"/>
                      </a:cubicBezTo>
                      <a:lnTo>
                        <a:pt x="942" y="362"/>
                      </a:lnTo>
                      <a:cubicBezTo>
                        <a:pt x="1022" y="319"/>
                        <a:pt x="1013" y="255"/>
                        <a:pt x="942" y="212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1646;p44">
                  <a:extLst>
                    <a:ext uri="{FF2B5EF4-FFF2-40B4-BE49-F238E27FC236}">
                      <a16:creationId xmlns:a16="http://schemas.microsoft.com/office/drawing/2014/main" id="{30C348FD-6EB9-E00D-FBAA-2A0DCD5F4A83}"/>
                    </a:ext>
                  </a:extLst>
                </p:cNvPr>
                <p:cNvSpPr/>
                <p:nvPr/>
              </p:nvSpPr>
              <p:spPr>
                <a:xfrm>
                  <a:off x="-903225" y="1442099"/>
                  <a:ext cx="85211" cy="47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6" extrusionOk="0">
                      <a:moveTo>
                        <a:pt x="503" y="0"/>
                      </a:moveTo>
                      <a:cubicBezTo>
                        <a:pt x="457" y="0"/>
                        <a:pt x="410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4"/>
                        <a:pt x="73" y="357"/>
                      </a:cubicBezTo>
                      <a:lnTo>
                        <a:pt x="395" y="543"/>
                      </a:lnTo>
                      <a:cubicBezTo>
                        <a:pt x="432" y="565"/>
                        <a:pt x="480" y="576"/>
                        <a:pt x="529" y="576"/>
                      </a:cubicBezTo>
                      <a:cubicBezTo>
                        <a:pt x="577" y="576"/>
                        <a:pt x="626" y="565"/>
                        <a:pt x="661" y="543"/>
                      </a:cubicBezTo>
                      <a:lnTo>
                        <a:pt x="956" y="371"/>
                      </a:lnTo>
                      <a:cubicBezTo>
                        <a:pt x="1028" y="328"/>
                        <a:pt x="1028" y="255"/>
                        <a:pt x="956" y="219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1647;p44">
                  <a:extLst>
                    <a:ext uri="{FF2B5EF4-FFF2-40B4-BE49-F238E27FC236}">
                      <a16:creationId xmlns:a16="http://schemas.microsoft.com/office/drawing/2014/main" id="{15A9C09B-D3A2-41FC-947C-74378370C7B5}"/>
                    </a:ext>
                  </a:extLst>
                </p:cNvPr>
                <p:cNvSpPr/>
                <p:nvPr/>
              </p:nvSpPr>
              <p:spPr>
                <a:xfrm>
                  <a:off x="-1130128" y="1257512"/>
                  <a:ext cx="63847" cy="35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" h="426" extrusionOk="0">
                      <a:moveTo>
                        <a:pt x="257" y="1"/>
                      </a:moveTo>
                      <a:cubicBezTo>
                        <a:pt x="208" y="1"/>
                        <a:pt x="160" y="11"/>
                        <a:pt x="123" y="33"/>
                      </a:cubicBezTo>
                      <a:lnTo>
                        <a:pt x="73" y="62"/>
                      </a:lnTo>
                      <a:cubicBezTo>
                        <a:pt x="1" y="105"/>
                        <a:pt x="9" y="171"/>
                        <a:pt x="80" y="214"/>
                      </a:cubicBezTo>
                      <a:lnTo>
                        <a:pt x="389" y="393"/>
                      </a:lnTo>
                      <a:cubicBezTo>
                        <a:pt x="425" y="415"/>
                        <a:pt x="472" y="426"/>
                        <a:pt x="519" y="426"/>
                      </a:cubicBezTo>
                      <a:cubicBezTo>
                        <a:pt x="566" y="426"/>
                        <a:pt x="612" y="415"/>
                        <a:pt x="648" y="393"/>
                      </a:cubicBezTo>
                      <a:lnTo>
                        <a:pt x="700" y="364"/>
                      </a:lnTo>
                      <a:cubicBezTo>
                        <a:pt x="770" y="321"/>
                        <a:pt x="770" y="257"/>
                        <a:pt x="700" y="214"/>
                      </a:cubicBezTo>
                      <a:lnTo>
                        <a:pt x="389" y="33"/>
                      </a:lnTo>
                      <a:cubicBezTo>
                        <a:pt x="354" y="11"/>
                        <a:pt x="305" y="1"/>
                        <a:pt x="25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1648;p44">
                  <a:extLst>
                    <a:ext uri="{FF2B5EF4-FFF2-40B4-BE49-F238E27FC236}">
                      <a16:creationId xmlns:a16="http://schemas.microsoft.com/office/drawing/2014/main" id="{EA64597F-0873-12B4-3988-871AE50C5BA6}"/>
                    </a:ext>
                  </a:extLst>
                </p:cNvPr>
                <p:cNvSpPr/>
                <p:nvPr/>
              </p:nvSpPr>
              <p:spPr>
                <a:xfrm>
                  <a:off x="-957963" y="1674633"/>
                  <a:ext cx="89932" cy="50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08" extrusionOk="0">
                      <a:moveTo>
                        <a:pt x="514" y="1"/>
                      </a:moveTo>
                      <a:cubicBezTo>
                        <a:pt x="465" y="1"/>
                        <a:pt x="416" y="10"/>
                        <a:pt x="380" y="28"/>
                      </a:cubicBezTo>
                      <a:lnTo>
                        <a:pt x="71" y="207"/>
                      </a:lnTo>
                      <a:cubicBezTo>
                        <a:pt x="1" y="251"/>
                        <a:pt x="1" y="323"/>
                        <a:pt x="78" y="366"/>
                      </a:cubicBezTo>
                      <a:lnTo>
                        <a:pt x="446" y="575"/>
                      </a:lnTo>
                      <a:cubicBezTo>
                        <a:pt x="482" y="596"/>
                        <a:pt x="530" y="607"/>
                        <a:pt x="579" y="607"/>
                      </a:cubicBezTo>
                      <a:cubicBezTo>
                        <a:pt x="627" y="607"/>
                        <a:pt x="675" y="596"/>
                        <a:pt x="711" y="575"/>
                      </a:cubicBezTo>
                      <a:lnTo>
                        <a:pt x="1013" y="395"/>
                      </a:lnTo>
                      <a:cubicBezTo>
                        <a:pt x="1086" y="359"/>
                        <a:pt x="1086" y="287"/>
                        <a:pt x="1013" y="244"/>
                      </a:cubicBezTo>
                      <a:lnTo>
                        <a:pt x="648" y="28"/>
                      </a:lnTo>
                      <a:cubicBezTo>
                        <a:pt x="611" y="10"/>
                        <a:pt x="563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1649;p44">
                  <a:extLst>
                    <a:ext uri="{FF2B5EF4-FFF2-40B4-BE49-F238E27FC236}">
                      <a16:creationId xmlns:a16="http://schemas.microsoft.com/office/drawing/2014/main" id="{B35C5982-AEF5-B6CC-68B8-F62D97CCEDDB}"/>
                    </a:ext>
                  </a:extLst>
                </p:cNvPr>
                <p:cNvSpPr/>
                <p:nvPr/>
              </p:nvSpPr>
              <p:spPr>
                <a:xfrm>
                  <a:off x="-1942505" y="1547517"/>
                  <a:ext cx="51756" cy="59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723" extrusionOk="0">
                      <a:moveTo>
                        <a:pt x="294" y="0"/>
                      </a:moveTo>
                      <a:cubicBezTo>
                        <a:pt x="285" y="0"/>
                        <a:pt x="276" y="1"/>
                        <a:pt x="266" y="4"/>
                      </a:cubicBezTo>
                      <a:cubicBezTo>
                        <a:pt x="245" y="10"/>
                        <a:pt x="223" y="17"/>
                        <a:pt x="193" y="33"/>
                      </a:cubicBezTo>
                      <a:lnTo>
                        <a:pt x="0" y="147"/>
                      </a:lnTo>
                      <a:lnTo>
                        <a:pt x="223" y="276"/>
                      </a:lnTo>
                      <a:lnTo>
                        <a:pt x="338" y="571"/>
                      </a:lnTo>
                      <a:lnTo>
                        <a:pt x="230" y="723"/>
                      </a:lnTo>
                      <a:cubicBezTo>
                        <a:pt x="323" y="664"/>
                        <a:pt x="424" y="607"/>
                        <a:pt x="504" y="564"/>
                      </a:cubicBezTo>
                      <a:cubicBezTo>
                        <a:pt x="511" y="557"/>
                        <a:pt x="525" y="550"/>
                        <a:pt x="531" y="542"/>
                      </a:cubicBezTo>
                      <a:cubicBezTo>
                        <a:pt x="538" y="535"/>
                        <a:pt x="547" y="528"/>
                        <a:pt x="554" y="521"/>
                      </a:cubicBezTo>
                      <a:cubicBezTo>
                        <a:pt x="568" y="507"/>
                        <a:pt x="581" y="485"/>
                        <a:pt x="590" y="471"/>
                      </a:cubicBezTo>
                      <a:cubicBezTo>
                        <a:pt x="597" y="471"/>
                        <a:pt x="597" y="471"/>
                        <a:pt x="597" y="464"/>
                      </a:cubicBezTo>
                      <a:cubicBezTo>
                        <a:pt x="597" y="464"/>
                        <a:pt x="604" y="456"/>
                        <a:pt x="604" y="449"/>
                      </a:cubicBezTo>
                      <a:cubicBezTo>
                        <a:pt x="604" y="449"/>
                        <a:pt x="604" y="442"/>
                        <a:pt x="611" y="442"/>
                      </a:cubicBezTo>
                      <a:lnTo>
                        <a:pt x="611" y="428"/>
                      </a:lnTo>
                      <a:cubicBezTo>
                        <a:pt x="611" y="421"/>
                        <a:pt x="618" y="421"/>
                        <a:pt x="618" y="412"/>
                      </a:cubicBezTo>
                      <a:lnTo>
                        <a:pt x="618" y="405"/>
                      </a:lnTo>
                      <a:cubicBezTo>
                        <a:pt x="618" y="399"/>
                        <a:pt x="625" y="392"/>
                        <a:pt x="625" y="385"/>
                      </a:cubicBezTo>
                      <a:lnTo>
                        <a:pt x="625" y="355"/>
                      </a:lnTo>
                      <a:lnTo>
                        <a:pt x="625" y="349"/>
                      </a:lnTo>
                      <a:lnTo>
                        <a:pt x="625" y="335"/>
                      </a:lnTo>
                      <a:cubicBezTo>
                        <a:pt x="625" y="305"/>
                        <a:pt x="625" y="283"/>
                        <a:pt x="611" y="240"/>
                      </a:cubicBezTo>
                      <a:cubicBezTo>
                        <a:pt x="611" y="233"/>
                        <a:pt x="604" y="212"/>
                        <a:pt x="597" y="205"/>
                      </a:cubicBezTo>
                      <a:cubicBezTo>
                        <a:pt x="590" y="190"/>
                        <a:pt x="590" y="190"/>
                        <a:pt x="575" y="162"/>
                      </a:cubicBezTo>
                      <a:cubicBezTo>
                        <a:pt x="575" y="154"/>
                        <a:pt x="561" y="126"/>
                        <a:pt x="525" y="97"/>
                      </a:cubicBezTo>
                      <a:cubicBezTo>
                        <a:pt x="504" y="76"/>
                        <a:pt x="481" y="54"/>
                        <a:pt x="468" y="47"/>
                      </a:cubicBezTo>
                      <a:cubicBezTo>
                        <a:pt x="431" y="24"/>
                        <a:pt x="381" y="4"/>
                        <a:pt x="338" y="4"/>
                      </a:cubicBezTo>
                      <a:cubicBezTo>
                        <a:pt x="328" y="4"/>
                        <a:pt x="312" y="0"/>
                        <a:pt x="294" y="0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1650;p44">
                  <a:extLst>
                    <a:ext uri="{FF2B5EF4-FFF2-40B4-BE49-F238E27FC236}">
                      <a16:creationId xmlns:a16="http://schemas.microsoft.com/office/drawing/2014/main" id="{5B837F23-5958-48BF-5DC1-B6D1001381E7}"/>
                    </a:ext>
                  </a:extLst>
                </p:cNvPr>
                <p:cNvSpPr/>
                <p:nvPr/>
              </p:nvSpPr>
              <p:spPr>
                <a:xfrm>
                  <a:off x="-1945569" y="1594803"/>
                  <a:ext cx="31137" cy="2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16" extrusionOk="0">
                      <a:moveTo>
                        <a:pt x="375" y="0"/>
                      </a:moveTo>
                      <a:lnTo>
                        <a:pt x="116" y="152"/>
                      </a:lnTo>
                      <a:lnTo>
                        <a:pt x="73" y="216"/>
                      </a:lnTo>
                      <a:lnTo>
                        <a:pt x="1" y="316"/>
                      </a:lnTo>
                      <a:lnTo>
                        <a:pt x="260" y="166"/>
                      </a:lnTo>
                      <a:lnTo>
                        <a:pt x="267" y="152"/>
                      </a:lnTo>
                      <a:lnTo>
                        <a:pt x="375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1651;p44">
                  <a:extLst>
                    <a:ext uri="{FF2B5EF4-FFF2-40B4-BE49-F238E27FC236}">
                      <a16:creationId xmlns:a16="http://schemas.microsoft.com/office/drawing/2014/main" id="{05E41033-F620-60C7-31AD-65F089888A11}"/>
                    </a:ext>
                  </a:extLst>
                </p:cNvPr>
                <p:cNvSpPr/>
                <p:nvPr/>
              </p:nvSpPr>
              <p:spPr>
                <a:xfrm>
                  <a:off x="-2344388" y="1571616"/>
                  <a:ext cx="398896" cy="230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7" h="2789" extrusionOk="0">
                      <a:moveTo>
                        <a:pt x="4594" y="1"/>
                      </a:moveTo>
                      <a:lnTo>
                        <a:pt x="0" y="2659"/>
                      </a:lnTo>
                      <a:lnTo>
                        <a:pt x="232" y="2788"/>
                      </a:lnTo>
                      <a:lnTo>
                        <a:pt x="4644" y="237"/>
                      </a:lnTo>
                      <a:lnTo>
                        <a:pt x="4817" y="137"/>
                      </a:lnTo>
                      <a:lnTo>
                        <a:pt x="4631" y="21"/>
                      </a:lnTo>
                      <a:lnTo>
                        <a:pt x="4594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1652;p44">
                  <a:extLst>
                    <a:ext uri="{FF2B5EF4-FFF2-40B4-BE49-F238E27FC236}">
                      <a16:creationId xmlns:a16="http://schemas.microsoft.com/office/drawing/2014/main" id="{101F96B6-FAEC-45D6-4E90-2E09D0FE50A6}"/>
                    </a:ext>
                  </a:extLst>
                </p:cNvPr>
                <p:cNvSpPr/>
                <p:nvPr/>
              </p:nvSpPr>
              <p:spPr>
                <a:xfrm>
                  <a:off x="-2325259" y="1582878"/>
                  <a:ext cx="389373" cy="24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2" h="2955" extrusionOk="0">
                      <a:moveTo>
                        <a:pt x="4586" y="1"/>
                      </a:moveTo>
                      <a:lnTo>
                        <a:pt x="4413" y="101"/>
                      </a:lnTo>
                      <a:lnTo>
                        <a:pt x="1" y="2652"/>
                      </a:lnTo>
                      <a:lnTo>
                        <a:pt x="114" y="2954"/>
                      </a:lnTo>
                      <a:lnTo>
                        <a:pt x="4622" y="346"/>
                      </a:lnTo>
                      <a:lnTo>
                        <a:pt x="4701" y="296"/>
                      </a:lnTo>
                      <a:lnTo>
                        <a:pt x="4586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1653;p44">
                  <a:extLst>
                    <a:ext uri="{FF2B5EF4-FFF2-40B4-BE49-F238E27FC236}">
                      <a16:creationId xmlns:a16="http://schemas.microsoft.com/office/drawing/2014/main" id="{141ADC39-3D69-6AD4-5860-25D6026E03B1}"/>
                    </a:ext>
                  </a:extLst>
                </p:cNvPr>
                <p:cNvSpPr/>
                <p:nvPr/>
              </p:nvSpPr>
              <p:spPr>
                <a:xfrm>
                  <a:off x="-1945569" y="1570373"/>
                  <a:ext cx="31137" cy="37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447" extrusionOk="0">
                      <a:moveTo>
                        <a:pt x="260" y="0"/>
                      </a:moveTo>
                      <a:lnTo>
                        <a:pt x="1" y="152"/>
                      </a:lnTo>
                      <a:lnTo>
                        <a:pt x="116" y="447"/>
                      </a:lnTo>
                      <a:lnTo>
                        <a:pt x="375" y="295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1654;p44">
                  <a:extLst>
                    <a:ext uri="{FF2B5EF4-FFF2-40B4-BE49-F238E27FC236}">
                      <a16:creationId xmlns:a16="http://schemas.microsoft.com/office/drawing/2014/main" id="{05D3809F-51AB-D12E-5E66-47485258A028}"/>
                    </a:ext>
                  </a:extLst>
                </p:cNvPr>
                <p:cNvSpPr/>
                <p:nvPr/>
              </p:nvSpPr>
              <p:spPr>
                <a:xfrm>
                  <a:off x="-1963953" y="1559608"/>
                  <a:ext cx="39914" cy="2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282" extrusionOk="0">
                      <a:moveTo>
                        <a:pt x="252" y="1"/>
                      </a:moveTo>
                      <a:lnTo>
                        <a:pt x="0" y="146"/>
                      </a:lnTo>
                      <a:lnTo>
                        <a:pt x="37" y="166"/>
                      </a:lnTo>
                      <a:lnTo>
                        <a:pt x="223" y="282"/>
                      </a:lnTo>
                      <a:lnTo>
                        <a:pt x="482" y="130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1655;p44">
                  <a:extLst>
                    <a:ext uri="{FF2B5EF4-FFF2-40B4-BE49-F238E27FC236}">
                      <a16:creationId xmlns:a16="http://schemas.microsoft.com/office/drawing/2014/main" id="{35CE6DCB-34F9-21A1-D967-42FAD4CDCCD0}"/>
                    </a:ext>
                  </a:extLst>
                </p:cNvPr>
                <p:cNvSpPr/>
                <p:nvPr/>
              </p:nvSpPr>
              <p:spPr>
                <a:xfrm>
                  <a:off x="-2377678" y="1791811"/>
                  <a:ext cx="61942" cy="57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91" extrusionOk="0">
                      <a:moveTo>
                        <a:pt x="402" y="0"/>
                      </a:moveTo>
                      <a:cubicBezTo>
                        <a:pt x="402" y="0"/>
                        <a:pt x="180" y="223"/>
                        <a:pt x="0" y="404"/>
                      </a:cubicBezTo>
                      <a:lnTo>
                        <a:pt x="0" y="411"/>
                      </a:lnTo>
                      <a:cubicBezTo>
                        <a:pt x="0" y="411"/>
                        <a:pt x="173" y="490"/>
                        <a:pt x="152" y="690"/>
                      </a:cubicBezTo>
                      <a:cubicBezTo>
                        <a:pt x="375" y="647"/>
                        <a:pt x="634" y="590"/>
                        <a:pt x="634" y="590"/>
                      </a:cubicBezTo>
                      <a:lnTo>
                        <a:pt x="747" y="431"/>
                      </a:lnTo>
                      <a:lnTo>
                        <a:pt x="634" y="129"/>
                      </a:lnTo>
                      <a:lnTo>
                        <a:pt x="402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1656;p44">
                  <a:extLst>
                    <a:ext uri="{FF2B5EF4-FFF2-40B4-BE49-F238E27FC236}">
                      <a16:creationId xmlns:a16="http://schemas.microsoft.com/office/drawing/2014/main" id="{A054114D-A607-006F-8FFE-44E61E0E0195}"/>
                    </a:ext>
                  </a:extLst>
                </p:cNvPr>
                <p:cNvSpPr/>
                <p:nvPr/>
              </p:nvSpPr>
              <p:spPr>
                <a:xfrm>
                  <a:off x="-2400037" y="1825184"/>
                  <a:ext cx="36685" cy="28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" h="347" extrusionOk="0">
                      <a:moveTo>
                        <a:pt x="270" y="1"/>
                      </a:moveTo>
                      <a:cubicBezTo>
                        <a:pt x="170" y="101"/>
                        <a:pt x="91" y="194"/>
                        <a:pt x="55" y="230"/>
                      </a:cubicBezTo>
                      <a:cubicBezTo>
                        <a:pt x="1" y="284"/>
                        <a:pt x="23" y="346"/>
                        <a:pt x="99" y="346"/>
                      </a:cubicBezTo>
                      <a:cubicBezTo>
                        <a:pt x="103" y="346"/>
                        <a:pt x="107" y="346"/>
                        <a:pt x="112" y="346"/>
                      </a:cubicBezTo>
                      <a:cubicBezTo>
                        <a:pt x="148" y="337"/>
                        <a:pt x="277" y="316"/>
                        <a:pt x="422" y="287"/>
                      </a:cubicBezTo>
                      <a:cubicBezTo>
                        <a:pt x="443" y="87"/>
                        <a:pt x="270" y="8"/>
                        <a:pt x="270" y="8"/>
                      </a:cubicBezTo>
                      <a:lnTo>
                        <a:pt x="27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1657;p44">
                  <a:extLst>
                    <a:ext uri="{FF2B5EF4-FFF2-40B4-BE49-F238E27FC236}">
                      <a16:creationId xmlns:a16="http://schemas.microsoft.com/office/drawing/2014/main" id="{A8322597-C32C-0F1F-F39F-CA8F23C8A5AD}"/>
                    </a:ext>
                  </a:extLst>
                </p:cNvPr>
                <p:cNvSpPr/>
                <p:nvPr/>
              </p:nvSpPr>
              <p:spPr>
                <a:xfrm>
                  <a:off x="-2365091" y="1848951"/>
                  <a:ext cx="83" cy="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1658;p44">
                  <a:extLst>
                    <a:ext uri="{FF2B5EF4-FFF2-40B4-BE49-F238E27FC236}">
                      <a16:creationId xmlns:a16="http://schemas.microsoft.com/office/drawing/2014/main" id="{32AB4938-4885-84E1-40E9-67A60BE162FC}"/>
                    </a:ext>
                  </a:extLst>
                </p:cNvPr>
                <p:cNvSpPr/>
                <p:nvPr/>
              </p:nvSpPr>
              <p:spPr>
                <a:xfrm>
                  <a:off x="-2365091" y="1848951"/>
                  <a:ext cx="83" cy="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1659;p44">
                  <a:extLst>
                    <a:ext uri="{FF2B5EF4-FFF2-40B4-BE49-F238E27FC236}">
                      <a16:creationId xmlns:a16="http://schemas.microsoft.com/office/drawing/2014/main" id="{3E2ECEEC-5CC7-0D37-933C-8C91AD52067A}"/>
                    </a:ext>
                  </a:extLst>
                </p:cNvPr>
                <p:cNvSpPr/>
                <p:nvPr/>
              </p:nvSpPr>
              <p:spPr>
                <a:xfrm>
                  <a:off x="-2325259" y="1607307"/>
                  <a:ext cx="389373" cy="23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2" h="2818" extrusionOk="0">
                      <a:moveTo>
                        <a:pt x="4701" y="1"/>
                      </a:moveTo>
                      <a:lnTo>
                        <a:pt x="4622" y="51"/>
                      </a:lnTo>
                      <a:lnTo>
                        <a:pt x="114" y="2659"/>
                      </a:lnTo>
                      <a:lnTo>
                        <a:pt x="1" y="2818"/>
                      </a:lnTo>
                      <a:lnTo>
                        <a:pt x="4586" y="165"/>
                      </a:lnTo>
                      <a:lnTo>
                        <a:pt x="4658" y="65"/>
                      </a:lnTo>
                      <a:lnTo>
                        <a:pt x="4701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1660;p44">
                  <a:extLst>
                    <a:ext uri="{FF2B5EF4-FFF2-40B4-BE49-F238E27FC236}">
                      <a16:creationId xmlns:a16="http://schemas.microsoft.com/office/drawing/2014/main" id="{CC1493A5-1628-2020-9CE7-795D6E89367F}"/>
                    </a:ext>
                  </a:extLst>
                </p:cNvPr>
                <p:cNvSpPr/>
                <p:nvPr/>
              </p:nvSpPr>
              <p:spPr>
                <a:xfrm>
                  <a:off x="-2271100" y="1785931"/>
                  <a:ext cx="781064" cy="307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2" h="3711" extrusionOk="0">
                      <a:moveTo>
                        <a:pt x="9432" y="0"/>
                      </a:moveTo>
                      <a:cubicBezTo>
                        <a:pt x="9432" y="35"/>
                        <a:pt x="9409" y="71"/>
                        <a:pt x="9366" y="93"/>
                      </a:cubicBezTo>
                      <a:lnTo>
                        <a:pt x="3875" y="3285"/>
                      </a:lnTo>
                      <a:cubicBezTo>
                        <a:pt x="3828" y="3310"/>
                        <a:pt x="3769" y="3322"/>
                        <a:pt x="3709" y="3322"/>
                      </a:cubicBezTo>
                      <a:cubicBezTo>
                        <a:pt x="3650" y="3322"/>
                        <a:pt x="3590" y="3310"/>
                        <a:pt x="3544" y="3285"/>
                      </a:cubicBezTo>
                      <a:lnTo>
                        <a:pt x="7" y="1242"/>
                      </a:lnTo>
                      <a:lnTo>
                        <a:pt x="7" y="1624"/>
                      </a:lnTo>
                      <a:lnTo>
                        <a:pt x="0" y="1631"/>
                      </a:lnTo>
                      <a:lnTo>
                        <a:pt x="107" y="1689"/>
                      </a:lnTo>
                      <a:lnTo>
                        <a:pt x="116" y="1380"/>
                      </a:lnTo>
                      <a:lnTo>
                        <a:pt x="332" y="1510"/>
                      </a:lnTo>
                      <a:lnTo>
                        <a:pt x="332" y="1819"/>
                      </a:lnTo>
                      <a:lnTo>
                        <a:pt x="3544" y="3673"/>
                      </a:lnTo>
                      <a:cubicBezTo>
                        <a:pt x="3590" y="3698"/>
                        <a:pt x="3650" y="3711"/>
                        <a:pt x="3709" y="3711"/>
                      </a:cubicBezTo>
                      <a:cubicBezTo>
                        <a:pt x="3769" y="3711"/>
                        <a:pt x="3828" y="3698"/>
                        <a:pt x="3875" y="3673"/>
                      </a:cubicBezTo>
                      <a:lnTo>
                        <a:pt x="9366" y="482"/>
                      </a:lnTo>
                      <a:cubicBezTo>
                        <a:pt x="9409" y="459"/>
                        <a:pt x="9432" y="423"/>
                        <a:pt x="9432" y="388"/>
                      </a:cubicBezTo>
                      <a:lnTo>
                        <a:pt x="943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1661;p44">
                  <a:extLst>
                    <a:ext uri="{FF2B5EF4-FFF2-40B4-BE49-F238E27FC236}">
                      <a16:creationId xmlns:a16="http://schemas.microsoft.com/office/drawing/2014/main" id="{E5F5D281-FEF6-C02A-7DFB-25EF3B6EA005}"/>
                    </a:ext>
                  </a:extLst>
                </p:cNvPr>
                <p:cNvSpPr/>
                <p:nvPr/>
              </p:nvSpPr>
              <p:spPr>
                <a:xfrm>
                  <a:off x="-2279381" y="1879922"/>
                  <a:ext cx="8943" cy="41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96" extrusionOk="0">
                      <a:moveTo>
                        <a:pt x="0" y="0"/>
                      </a:moveTo>
                      <a:lnTo>
                        <a:pt x="0" y="382"/>
                      </a:lnTo>
                      <a:cubicBezTo>
                        <a:pt x="0" y="409"/>
                        <a:pt x="21" y="445"/>
                        <a:pt x="64" y="468"/>
                      </a:cubicBezTo>
                      <a:lnTo>
                        <a:pt x="100" y="496"/>
                      </a:lnTo>
                      <a:lnTo>
                        <a:pt x="107" y="489"/>
                      </a:lnTo>
                      <a:lnTo>
                        <a:pt x="107" y="107"/>
                      </a:lnTo>
                      <a:lnTo>
                        <a:pt x="64" y="87"/>
                      </a:lnTo>
                      <a:cubicBezTo>
                        <a:pt x="28" y="57"/>
                        <a:pt x="7" y="30"/>
                        <a:pt x="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1662;p44">
                  <a:extLst>
                    <a:ext uri="{FF2B5EF4-FFF2-40B4-BE49-F238E27FC236}">
                      <a16:creationId xmlns:a16="http://schemas.microsoft.com/office/drawing/2014/main" id="{F87E14D8-A6AF-A713-A55F-77478FD011D0}"/>
                    </a:ext>
                  </a:extLst>
                </p:cNvPr>
                <p:cNvSpPr/>
                <p:nvPr/>
              </p:nvSpPr>
              <p:spPr>
                <a:xfrm>
                  <a:off x="-2279381" y="1878763"/>
                  <a:ext cx="83" cy="1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" extrusionOk="0">
                      <a:moveTo>
                        <a:pt x="0" y="14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1663;p44">
                  <a:extLst>
                    <a:ext uri="{FF2B5EF4-FFF2-40B4-BE49-F238E27FC236}">
                      <a16:creationId xmlns:a16="http://schemas.microsoft.com/office/drawing/2014/main" id="{5FC3B077-9946-9A6C-8D7E-556BE0475B26}"/>
                    </a:ext>
                  </a:extLst>
                </p:cNvPr>
                <p:cNvSpPr/>
                <p:nvPr/>
              </p:nvSpPr>
              <p:spPr>
                <a:xfrm>
                  <a:off x="-2279381" y="1878763"/>
                  <a:ext cx="83" cy="1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" fill="none" extrusionOk="0">
                      <a:moveTo>
                        <a:pt x="0" y="1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1664;p44">
                  <a:extLst>
                    <a:ext uri="{FF2B5EF4-FFF2-40B4-BE49-F238E27FC236}">
                      <a16:creationId xmlns:a16="http://schemas.microsoft.com/office/drawing/2014/main" id="{951F69CE-C0EE-6A64-FE64-BC56404BD0FA}"/>
                    </a:ext>
                  </a:extLst>
                </p:cNvPr>
                <p:cNvSpPr/>
                <p:nvPr/>
              </p:nvSpPr>
              <p:spPr>
                <a:xfrm>
                  <a:off x="-2279381" y="1598820"/>
                  <a:ext cx="789345" cy="457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32" h="5529" extrusionOk="0">
                      <a:moveTo>
                        <a:pt x="5860" y="667"/>
                      </a:moveTo>
                      <a:cubicBezTo>
                        <a:pt x="5910" y="667"/>
                        <a:pt x="5959" y="678"/>
                        <a:pt x="5995" y="699"/>
                      </a:cubicBezTo>
                      <a:lnTo>
                        <a:pt x="8143" y="1936"/>
                      </a:lnTo>
                      <a:cubicBezTo>
                        <a:pt x="8222" y="1979"/>
                        <a:pt x="8222" y="2050"/>
                        <a:pt x="8143" y="2093"/>
                      </a:cubicBezTo>
                      <a:lnTo>
                        <a:pt x="7108" y="2697"/>
                      </a:lnTo>
                      <a:cubicBezTo>
                        <a:pt x="7069" y="2718"/>
                        <a:pt x="7019" y="2729"/>
                        <a:pt x="6970" y="2729"/>
                      </a:cubicBezTo>
                      <a:cubicBezTo>
                        <a:pt x="6920" y="2729"/>
                        <a:pt x="6871" y="2718"/>
                        <a:pt x="6835" y="2697"/>
                      </a:cubicBezTo>
                      <a:lnTo>
                        <a:pt x="4686" y="1462"/>
                      </a:lnTo>
                      <a:cubicBezTo>
                        <a:pt x="4606" y="1418"/>
                        <a:pt x="4606" y="1346"/>
                        <a:pt x="4686" y="1303"/>
                      </a:cubicBezTo>
                      <a:lnTo>
                        <a:pt x="5721" y="699"/>
                      </a:lnTo>
                      <a:cubicBezTo>
                        <a:pt x="5760" y="678"/>
                        <a:pt x="5811" y="667"/>
                        <a:pt x="5860" y="667"/>
                      </a:cubicBezTo>
                      <a:close/>
                      <a:moveTo>
                        <a:pt x="5721" y="1"/>
                      </a:moveTo>
                      <a:cubicBezTo>
                        <a:pt x="5662" y="1"/>
                        <a:pt x="5603" y="13"/>
                        <a:pt x="5555" y="38"/>
                      </a:cubicBezTo>
                      <a:lnTo>
                        <a:pt x="64" y="3230"/>
                      </a:lnTo>
                      <a:cubicBezTo>
                        <a:pt x="21" y="3257"/>
                        <a:pt x="0" y="3294"/>
                        <a:pt x="0" y="3323"/>
                      </a:cubicBezTo>
                      <a:cubicBezTo>
                        <a:pt x="0" y="3359"/>
                        <a:pt x="21" y="3395"/>
                        <a:pt x="64" y="3423"/>
                      </a:cubicBezTo>
                      <a:lnTo>
                        <a:pt x="3651" y="5486"/>
                      </a:lnTo>
                      <a:cubicBezTo>
                        <a:pt x="3694" y="5515"/>
                        <a:pt x="3752" y="5529"/>
                        <a:pt x="3810" y="5529"/>
                      </a:cubicBezTo>
                      <a:cubicBezTo>
                        <a:pt x="3869" y="5529"/>
                        <a:pt x="3928" y="5515"/>
                        <a:pt x="3975" y="5486"/>
                      </a:cubicBezTo>
                      <a:lnTo>
                        <a:pt x="9466" y="2295"/>
                      </a:lnTo>
                      <a:cubicBezTo>
                        <a:pt x="9509" y="2274"/>
                        <a:pt x="9532" y="2238"/>
                        <a:pt x="9532" y="2202"/>
                      </a:cubicBezTo>
                      <a:cubicBezTo>
                        <a:pt x="9532" y="2172"/>
                        <a:pt x="9509" y="2136"/>
                        <a:pt x="9466" y="2109"/>
                      </a:cubicBezTo>
                      <a:lnTo>
                        <a:pt x="5886" y="38"/>
                      </a:lnTo>
                      <a:cubicBezTo>
                        <a:pt x="5840" y="13"/>
                        <a:pt x="5781" y="1"/>
                        <a:pt x="572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1665;p44">
                  <a:extLst>
                    <a:ext uri="{FF2B5EF4-FFF2-40B4-BE49-F238E27FC236}">
                      <a16:creationId xmlns:a16="http://schemas.microsoft.com/office/drawing/2014/main" id="{136DD14D-09BD-4F1C-BA9E-6D30507C4BB0}"/>
                    </a:ext>
                  </a:extLst>
                </p:cNvPr>
                <p:cNvSpPr/>
                <p:nvPr/>
              </p:nvSpPr>
              <p:spPr>
                <a:xfrm>
                  <a:off x="-2262239" y="1900211"/>
                  <a:ext cx="18632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539" extrusionOk="0">
                      <a:moveTo>
                        <a:pt x="9" y="0"/>
                      </a:moveTo>
                      <a:lnTo>
                        <a:pt x="0" y="309"/>
                      </a:lnTo>
                      <a:lnTo>
                        <a:pt x="0" y="409"/>
                      </a:lnTo>
                      <a:lnTo>
                        <a:pt x="116" y="395"/>
                      </a:lnTo>
                      <a:lnTo>
                        <a:pt x="225" y="539"/>
                      </a:lnTo>
                      <a:lnTo>
                        <a:pt x="225" y="439"/>
                      </a:lnTo>
                      <a:lnTo>
                        <a:pt x="225" y="13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5" name="Google Shape;1666;p44">
                  <a:extLst>
                    <a:ext uri="{FF2B5EF4-FFF2-40B4-BE49-F238E27FC236}">
                      <a16:creationId xmlns:a16="http://schemas.microsoft.com/office/drawing/2014/main" id="{24A9622D-24EA-6821-9D57-9811C1126974}"/>
                    </a:ext>
                  </a:extLst>
                </p:cNvPr>
                <p:cNvGrpSpPr/>
                <p:nvPr/>
              </p:nvGrpSpPr>
              <p:grpSpPr>
                <a:xfrm>
                  <a:off x="-1841973" y="1685233"/>
                  <a:ext cx="179782" cy="101940"/>
                  <a:chOff x="-1841973" y="1685233"/>
                  <a:chExt cx="179782" cy="101940"/>
                </a:xfrm>
              </p:grpSpPr>
              <p:sp>
                <p:nvSpPr>
                  <p:cNvPr id="247" name="Google Shape;1667;p44">
                    <a:extLst>
                      <a:ext uri="{FF2B5EF4-FFF2-40B4-BE49-F238E27FC236}">
                        <a16:creationId xmlns:a16="http://schemas.microsoft.com/office/drawing/2014/main" id="{EFA52148-2153-0D96-FACC-563CA5339971}"/>
                      </a:ext>
                    </a:extLst>
                  </p:cNvPr>
                  <p:cNvSpPr/>
                  <p:nvPr/>
                </p:nvSpPr>
                <p:spPr>
                  <a:xfrm>
                    <a:off x="-1716928" y="1759597"/>
                    <a:ext cx="54737" cy="27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333" extrusionOk="0">
                        <a:moveTo>
                          <a:pt x="370" y="1"/>
                        </a:moveTo>
                        <a:cubicBezTo>
                          <a:pt x="332" y="1"/>
                          <a:pt x="294" y="10"/>
                          <a:pt x="259" y="30"/>
                        </a:cubicBezTo>
                        <a:cubicBezTo>
                          <a:pt x="173" y="80"/>
                          <a:pt x="195" y="116"/>
                          <a:pt x="266" y="173"/>
                        </a:cubicBezTo>
                        <a:cubicBezTo>
                          <a:pt x="324" y="223"/>
                          <a:pt x="324" y="232"/>
                          <a:pt x="309" y="239"/>
                        </a:cubicBezTo>
                        <a:cubicBezTo>
                          <a:pt x="300" y="245"/>
                          <a:pt x="292" y="248"/>
                          <a:pt x="281" y="248"/>
                        </a:cubicBezTo>
                        <a:cubicBezTo>
                          <a:pt x="265" y="248"/>
                          <a:pt x="245" y="241"/>
                          <a:pt x="216" y="223"/>
                        </a:cubicBezTo>
                        <a:cubicBezTo>
                          <a:pt x="173" y="203"/>
                          <a:pt x="93" y="137"/>
                          <a:pt x="93" y="137"/>
                        </a:cubicBezTo>
                        <a:lnTo>
                          <a:pt x="0" y="189"/>
                        </a:lnTo>
                        <a:cubicBezTo>
                          <a:pt x="7" y="189"/>
                          <a:pt x="79" y="246"/>
                          <a:pt x="129" y="282"/>
                        </a:cubicBezTo>
                        <a:cubicBezTo>
                          <a:pt x="185" y="314"/>
                          <a:pt x="240" y="332"/>
                          <a:pt x="292" y="332"/>
                        </a:cubicBezTo>
                        <a:cubicBezTo>
                          <a:pt x="333" y="332"/>
                          <a:pt x="373" y="321"/>
                          <a:pt x="411" y="296"/>
                        </a:cubicBezTo>
                        <a:cubicBezTo>
                          <a:pt x="488" y="253"/>
                          <a:pt x="481" y="223"/>
                          <a:pt x="411" y="160"/>
                        </a:cubicBezTo>
                        <a:cubicBezTo>
                          <a:pt x="352" y="110"/>
                          <a:pt x="345" y="103"/>
                          <a:pt x="359" y="87"/>
                        </a:cubicBezTo>
                        <a:cubicBezTo>
                          <a:pt x="367" y="85"/>
                          <a:pt x="375" y="83"/>
                          <a:pt x="383" y="83"/>
                        </a:cubicBezTo>
                        <a:cubicBezTo>
                          <a:pt x="399" y="83"/>
                          <a:pt x="417" y="88"/>
                          <a:pt x="445" y="103"/>
                        </a:cubicBezTo>
                        <a:cubicBezTo>
                          <a:pt x="488" y="130"/>
                          <a:pt x="568" y="189"/>
                          <a:pt x="575" y="189"/>
                        </a:cubicBezTo>
                        <a:lnTo>
                          <a:pt x="661" y="146"/>
                        </a:lnTo>
                        <a:cubicBezTo>
                          <a:pt x="654" y="137"/>
                          <a:pt x="583" y="80"/>
                          <a:pt x="531" y="44"/>
                        </a:cubicBezTo>
                        <a:cubicBezTo>
                          <a:pt x="481" y="19"/>
                          <a:pt x="425" y="1"/>
                          <a:pt x="37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" name="Google Shape;1668;p44">
                    <a:extLst>
                      <a:ext uri="{FF2B5EF4-FFF2-40B4-BE49-F238E27FC236}">
                        <a16:creationId xmlns:a16="http://schemas.microsoft.com/office/drawing/2014/main" id="{B8384FC0-9E79-362E-09BF-F6D645B820FF}"/>
                      </a:ext>
                    </a:extLst>
                  </p:cNvPr>
                  <p:cNvSpPr/>
                  <p:nvPr/>
                </p:nvSpPr>
                <p:spPr>
                  <a:xfrm>
                    <a:off x="-1747237" y="1741793"/>
                    <a:ext cx="52916" cy="29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361" extrusionOk="0">
                        <a:moveTo>
                          <a:pt x="378" y="76"/>
                        </a:moveTo>
                        <a:cubicBezTo>
                          <a:pt x="398" y="76"/>
                          <a:pt x="417" y="81"/>
                          <a:pt x="439" y="93"/>
                        </a:cubicBezTo>
                        <a:cubicBezTo>
                          <a:pt x="489" y="123"/>
                          <a:pt x="489" y="145"/>
                          <a:pt x="423" y="180"/>
                        </a:cubicBezTo>
                        <a:lnTo>
                          <a:pt x="287" y="102"/>
                        </a:lnTo>
                        <a:cubicBezTo>
                          <a:pt x="324" y="85"/>
                          <a:pt x="352" y="76"/>
                          <a:pt x="378" y="76"/>
                        </a:cubicBezTo>
                        <a:close/>
                        <a:moveTo>
                          <a:pt x="361" y="0"/>
                        </a:moveTo>
                        <a:cubicBezTo>
                          <a:pt x="292" y="0"/>
                          <a:pt x="219" y="22"/>
                          <a:pt x="144" y="66"/>
                        </a:cubicBezTo>
                        <a:cubicBezTo>
                          <a:pt x="7" y="145"/>
                          <a:pt x="0" y="209"/>
                          <a:pt x="114" y="275"/>
                        </a:cubicBezTo>
                        <a:cubicBezTo>
                          <a:pt x="187" y="318"/>
                          <a:pt x="294" y="352"/>
                          <a:pt x="302" y="361"/>
                        </a:cubicBezTo>
                        <a:lnTo>
                          <a:pt x="373" y="309"/>
                        </a:lnTo>
                        <a:cubicBezTo>
                          <a:pt x="366" y="309"/>
                          <a:pt x="287" y="266"/>
                          <a:pt x="223" y="231"/>
                        </a:cubicBezTo>
                        <a:cubicBezTo>
                          <a:pt x="173" y="202"/>
                          <a:pt x="164" y="173"/>
                          <a:pt x="216" y="152"/>
                        </a:cubicBezTo>
                        <a:lnTo>
                          <a:pt x="216" y="152"/>
                        </a:lnTo>
                        <a:lnTo>
                          <a:pt x="439" y="281"/>
                        </a:lnTo>
                        <a:lnTo>
                          <a:pt x="518" y="245"/>
                        </a:lnTo>
                        <a:cubicBezTo>
                          <a:pt x="632" y="173"/>
                          <a:pt x="639" y="109"/>
                          <a:pt x="525" y="43"/>
                        </a:cubicBezTo>
                        <a:cubicBezTo>
                          <a:pt x="473" y="15"/>
                          <a:pt x="418" y="0"/>
                          <a:pt x="36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" name="Google Shape;1669;p44">
                    <a:extLst>
                      <a:ext uri="{FF2B5EF4-FFF2-40B4-BE49-F238E27FC236}">
                        <a16:creationId xmlns:a16="http://schemas.microsoft.com/office/drawing/2014/main" id="{31429F94-8782-CECF-70DF-8702223B8633}"/>
                      </a:ext>
                    </a:extLst>
                  </p:cNvPr>
                  <p:cNvSpPr/>
                  <p:nvPr/>
                </p:nvSpPr>
                <p:spPr>
                  <a:xfrm>
                    <a:off x="-1769430" y="1720924"/>
                    <a:ext cx="47864" cy="329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398" extrusionOk="0">
                        <a:moveTo>
                          <a:pt x="475" y="0"/>
                        </a:moveTo>
                        <a:lnTo>
                          <a:pt x="368" y="59"/>
                        </a:lnTo>
                        <a:lnTo>
                          <a:pt x="318" y="37"/>
                        </a:lnTo>
                        <a:lnTo>
                          <a:pt x="232" y="87"/>
                        </a:lnTo>
                        <a:lnTo>
                          <a:pt x="275" y="109"/>
                        </a:lnTo>
                        <a:lnTo>
                          <a:pt x="117" y="202"/>
                        </a:lnTo>
                        <a:cubicBezTo>
                          <a:pt x="10" y="268"/>
                          <a:pt x="1" y="302"/>
                          <a:pt x="96" y="361"/>
                        </a:cubicBezTo>
                        <a:cubicBezTo>
                          <a:pt x="117" y="375"/>
                          <a:pt x="182" y="397"/>
                          <a:pt x="182" y="397"/>
                        </a:cubicBezTo>
                        <a:lnTo>
                          <a:pt x="260" y="345"/>
                        </a:lnTo>
                        <a:cubicBezTo>
                          <a:pt x="260" y="345"/>
                          <a:pt x="225" y="325"/>
                          <a:pt x="203" y="318"/>
                        </a:cubicBezTo>
                        <a:cubicBezTo>
                          <a:pt x="167" y="295"/>
                          <a:pt x="189" y="288"/>
                          <a:pt x="225" y="268"/>
                        </a:cubicBezTo>
                        <a:lnTo>
                          <a:pt x="382" y="173"/>
                        </a:lnTo>
                        <a:lnTo>
                          <a:pt x="475" y="225"/>
                        </a:lnTo>
                        <a:lnTo>
                          <a:pt x="562" y="173"/>
                        </a:lnTo>
                        <a:lnTo>
                          <a:pt x="468" y="123"/>
                        </a:lnTo>
                        <a:lnTo>
                          <a:pt x="577" y="5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" name="Google Shape;1670;p44">
                    <a:extLst>
                      <a:ext uri="{FF2B5EF4-FFF2-40B4-BE49-F238E27FC236}">
                        <a16:creationId xmlns:a16="http://schemas.microsoft.com/office/drawing/2014/main" id="{5D648CB5-0951-2335-D81B-E297B4F26DEF}"/>
                      </a:ext>
                    </a:extLst>
                  </p:cNvPr>
                  <p:cNvSpPr/>
                  <p:nvPr/>
                </p:nvSpPr>
                <p:spPr>
                  <a:xfrm>
                    <a:off x="-1805122" y="1708503"/>
                    <a:ext cx="55566" cy="27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" h="333" extrusionOk="0">
                        <a:moveTo>
                          <a:pt x="381" y="80"/>
                        </a:moveTo>
                        <a:cubicBezTo>
                          <a:pt x="404" y="80"/>
                          <a:pt x="425" y="86"/>
                          <a:pt x="447" y="100"/>
                        </a:cubicBezTo>
                        <a:cubicBezTo>
                          <a:pt x="504" y="137"/>
                          <a:pt x="484" y="166"/>
                          <a:pt x="411" y="209"/>
                        </a:cubicBezTo>
                        <a:cubicBezTo>
                          <a:pt x="363" y="235"/>
                          <a:pt x="326" y="250"/>
                          <a:pt x="291" y="250"/>
                        </a:cubicBezTo>
                        <a:cubicBezTo>
                          <a:pt x="269" y="250"/>
                          <a:pt x="247" y="244"/>
                          <a:pt x="225" y="230"/>
                        </a:cubicBezTo>
                        <a:cubicBezTo>
                          <a:pt x="166" y="202"/>
                          <a:pt x="189" y="166"/>
                          <a:pt x="259" y="123"/>
                        </a:cubicBezTo>
                        <a:cubicBezTo>
                          <a:pt x="308" y="96"/>
                          <a:pt x="346" y="80"/>
                          <a:pt x="381" y="80"/>
                        </a:cubicBezTo>
                        <a:close/>
                        <a:moveTo>
                          <a:pt x="364" y="0"/>
                        </a:moveTo>
                        <a:cubicBezTo>
                          <a:pt x="293" y="0"/>
                          <a:pt x="224" y="25"/>
                          <a:pt x="159" y="64"/>
                        </a:cubicBezTo>
                        <a:cubicBezTo>
                          <a:pt x="37" y="130"/>
                          <a:pt x="1" y="209"/>
                          <a:pt x="130" y="288"/>
                        </a:cubicBezTo>
                        <a:cubicBezTo>
                          <a:pt x="189" y="319"/>
                          <a:pt x="246" y="332"/>
                          <a:pt x="301" y="332"/>
                        </a:cubicBezTo>
                        <a:cubicBezTo>
                          <a:pt x="376" y="332"/>
                          <a:pt x="446" y="308"/>
                          <a:pt x="511" y="266"/>
                        </a:cubicBezTo>
                        <a:cubicBezTo>
                          <a:pt x="634" y="202"/>
                          <a:pt x="670" y="130"/>
                          <a:pt x="534" y="50"/>
                        </a:cubicBezTo>
                        <a:cubicBezTo>
                          <a:pt x="477" y="15"/>
                          <a:pt x="420" y="0"/>
                          <a:pt x="3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" name="Google Shape;1671;p44">
                    <a:extLst>
                      <a:ext uri="{FF2B5EF4-FFF2-40B4-BE49-F238E27FC236}">
                        <a16:creationId xmlns:a16="http://schemas.microsoft.com/office/drawing/2014/main" id="{E2DE3A0E-5821-6CC6-F0A5-758A6C2B9359}"/>
                      </a:ext>
                    </a:extLst>
                  </p:cNvPr>
                  <p:cNvSpPr/>
                  <p:nvPr/>
                </p:nvSpPr>
                <p:spPr>
                  <a:xfrm>
                    <a:off x="-1841973" y="1685233"/>
                    <a:ext cx="58381" cy="346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5" h="418" extrusionOk="0">
                        <a:moveTo>
                          <a:pt x="389" y="0"/>
                        </a:moveTo>
                        <a:lnTo>
                          <a:pt x="1" y="224"/>
                        </a:lnTo>
                        <a:lnTo>
                          <a:pt x="109" y="281"/>
                        </a:lnTo>
                        <a:lnTo>
                          <a:pt x="396" y="116"/>
                        </a:lnTo>
                        <a:cubicBezTo>
                          <a:pt x="396" y="116"/>
                          <a:pt x="439" y="123"/>
                          <a:pt x="475" y="145"/>
                        </a:cubicBezTo>
                        <a:cubicBezTo>
                          <a:pt x="525" y="173"/>
                          <a:pt x="497" y="202"/>
                          <a:pt x="439" y="238"/>
                        </a:cubicBezTo>
                        <a:lnTo>
                          <a:pt x="230" y="354"/>
                        </a:lnTo>
                        <a:lnTo>
                          <a:pt x="339" y="418"/>
                        </a:lnTo>
                        <a:lnTo>
                          <a:pt x="547" y="295"/>
                        </a:lnTo>
                        <a:cubicBezTo>
                          <a:pt x="661" y="224"/>
                          <a:pt x="704" y="173"/>
                          <a:pt x="597" y="109"/>
                        </a:cubicBezTo>
                        <a:cubicBezTo>
                          <a:pt x="554" y="79"/>
                          <a:pt x="475" y="73"/>
                          <a:pt x="468" y="73"/>
                        </a:cubicBezTo>
                        <a:lnTo>
                          <a:pt x="489" y="59"/>
                        </a:lnTo>
                        <a:lnTo>
                          <a:pt x="38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46" name="Google Shape;1672;p44">
                  <a:extLst>
                    <a:ext uri="{FF2B5EF4-FFF2-40B4-BE49-F238E27FC236}">
                      <a16:creationId xmlns:a16="http://schemas.microsoft.com/office/drawing/2014/main" id="{269FD850-0329-6ED5-A7FA-3A928A3F1D62}"/>
                    </a:ext>
                  </a:extLst>
                </p:cNvPr>
                <p:cNvSpPr/>
                <p:nvPr/>
              </p:nvSpPr>
              <p:spPr>
                <a:xfrm>
                  <a:off x="-1091952" y="697624"/>
                  <a:ext cx="301925" cy="296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6" h="3580" extrusionOk="0">
                      <a:moveTo>
                        <a:pt x="1576" y="957"/>
                      </a:moveTo>
                      <a:cubicBezTo>
                        <a:pt x="1594" y="957"/>
                        <a:pt x="1613" y="962"/>
                        <a:pt x="1632" y="972"/>
                      </a:cubicBezTo>
                      <a:cubicBezTo>
                        <a:pt x="1669" y="994"/>
                        <a:pt x="1705" y="1030"/>
                        <a:pt x="1739" y="1087"/>
                      </a:cubicBezTo>
                      <a:lnTo>
                        <a:pt x="2272" y="1877"/>
                      </a:lnTo>
                      <a:cubicBezTo>
                        <a:pt x="2402" y="2058"/>
                        <a:pt x="2372" y="2222"/>
                        <a:pt x="2214" y="2245"/>
                      </a:cubicBezTo>
                      <a:lnTo>
                        <a:pt x="1524" y="2331"/>
                      </a:lnTo>
                      <a:cubicBezTo>
                        <a:pt x="1513" y="2333"/>
                        <a:pt x="1502" y="2334"/>
                        <a:pt x="1492" y="2334"/>
                      </a:cubicBezTo>
                      <a:cubicBezTo>
                        <a:pt x="1460" y="2334"/>
                        <a:pt x="1429" y="2326"/>
                        <a:pt x="1403" y="2309"/>
                      </a:cubicBezTo>
                      <a:cubicBezTo>
                        <a:pt x="1324" y="2259"/>
                        <a:pt x="1280" y="2145"/>
                        <a:pt x="1301" y="2000"/>
                      </a:cubicBezTo>
                      <a:lnTo>
                        <a:pt x="1453" y="1123"/>
                      </a:lnTo>
                      <a:cubicBezTo>
                        <a:pt x="1469" y="1013"/>
                        <a:pt x="1516" y="957"/>
                        <a:pt x="1576" y="957"/>
                      </a:cubicBezTo>
                      <a:close/>
                      <a:moveTo>
                        <a:pt x="814" y="1"/>
                      </a:moveTo>
                      <a:cubicBezTo>
                        <a:pt x="487" y="1"/>
                        <a:pt x="218" y="255"/>
                        <a:pt x="144" y="685"/>
                      </a:cubicBezTo>
                      <a:lnTo>
                        <a:pt x="101" y="929"/>
                      </a:lnTo>
                      <a:cubicBezTo>
                        <a:pt x="0" y="1525"/>
                        <a:pt x="309" y="2231"/>
                        <a:pt x="784" y="2504"/>
                      </a:cubicBezTo>
                      <a:lnTo>
                        <a:pt x="2452" y="3466"/>
                      </a:lnTo>
                      <a:cubicBezTo>
                        <a:pt x="2584" y="3543"/>
                        <a:pt x="2715" y="3580"/>
                        <a:pt x="2838" y="3580"/>
                      </a:cubicBezTo>
                      <a:cubicBezTo>
                        <a:pt x="3162" y="3580"/>
                        <a:pt x="3428" y="3325"/>
                        <a:pt x="3501" y="2892"/>
                      </a:cubicBezTo>
                      <a:lnTo>
                        <a:pt x="3544" y="2654"/>
                      </a:lnTo>
                      <a:cubicBezTo>
                        <a:pt x="3646" y="2058"/>
                        <a:pt x="3335" y="1346"/>
                        <a:pt x="2861" y="1073"/>
                      </a:cubicBezTo>
                      <a:lnTo>
                        <a:pt x="1194" y="109"/>
                      </a:lnTo>
                      <a:cubicBezTo>
                        <a:pt x="1064" y="35"/>
                        <a:pt x="935" y="1"/>
                        <a:pt x="81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lt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14367852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9" ma:contentTypeDescription="Create a new document." ma:contentTypeScope="" ma:versionID="00fc81c611e2d985d29b8c67f95f5336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8c32b20bd09e9b12c15c9e36a944054d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77751D-C2AE-47AE-B730-2461DCDA2DB3}">
  <ds:schemaRefs>
    <ds:schemaRef ds:uri="http://purl.org/dc/elements/1.1/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6CE2DE-889C-460E-A7A1-527106FD50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58934A-EA2E-4B90-9DA9-E37FDA28B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1778</Words>
  <Application>Microsoft Office PowerPoint</Application>
  <PresentationFormat>On-screen Show (16:9)</PresentationFormat>
  <Paragraphs>227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Albert Sans</vt:lpstr>
      <vt:lpstr>Times New Roman</vt:lpstr>
      <vt:lpstr>Cambria</vt:lpstr>
      <vt:lpstr>Aptos</vt:lpstr>
      <vt:lpstr>Wingdings</vt:lpstr>
      <vt:lpstr>DM Sans</vt:lpstr>
      <vt:lpstr>Digitization in the Classroom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Tín Trần Đại</dc:creator>
  <cp:lastModifiedBy>Trần Đại Tín</cp:lastModifiedBy>
  <cp:revision>9</cp:revision>
  <dcterms:modified xsi:type="dcterms:W3CDTF">2025-10-13T21:35:15Z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</Properties>
</file>